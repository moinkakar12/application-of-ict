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notesMasterIdLst>
    <p:notesMasterId r:id="rId42"/>
  </p:notesMasterIdLst>
  <p:sldIdLst>
    <p:sldId id="256" r:id="rId2"/>
    <p:sldId id="257" r:id="rId3"/>
    <p:sldId id="258" r:id="rId4"/>
    <p:sldId id="268" r:id="rId5"/>
    <p:sldId id="269" r:id="rId6"/>
    <p:sldId id="289" r:id="rId7"/>
    <p:sldId id="259" r:id="rId8"/>
    <p:sldId id="260" r:id="rId9"/>
    <p:sldId id="278" r:id="rId10"/>
    <p:sldId id="261" r:id="rId11"/>
    <p:sldId id="262" r:id="rId12"/>
    <p:sldId id="263" r:id="rId13"/>
    <p:sldId id="264" r:id="rId14"/>
    <p:sldId id="265" r:id="rId15"/>
    <p:sldId id="266" r:id="rId16"/>
    <p:sldId id="279" r:id="rId17"/>
    <p:sldId id="267" r:id="rId18"/>
    <p:sldId id="281" r:id="rId19"/>
    <p:sldId id="282" r:id="rId20"/>
    <p:sldId id="283" r:id="rId21"/>
    <p:sldId id="295" r:id="rId22"/>
    <p:sldId id="294" r:id="rId23"/>
    <p:sldId id="284" r:id="rId24"/>
    <p:sldId id="285" r:id="rId25"/>
    <p:sldId id="286" r:id="rId26"/>
    <p:sldId id="287" r:id="rId27"/>
    <p:sldId id="296" r:id="rId28"/>
    <p:sldId id="297" r:id="rId29"/>
    <p:sldId id="288" r:id="rId30"/>
    <p:sldId id="290" r:id="rId31"/>
    <p:sldId id="291" r:id="rId32"/>
    <p:sldId id="270" r:id="rId33"/>
    <p:sldId id="276" r:id="rId34"/>
    <p:sldId id="272" r:id="rId35"/>
    <p:sldId id="274" r:id="rId36"/>
    <p:sldId id="275" r:id="rId37"/>
    <p:sldId id="292" r:id="rId38"/>
    <p:sldId id="277" r:id="rId39"/>
    <p:sldId id="280" r:id="rId40"/>
    <p:sldId id="29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838F2-342D-4891-901F-B0B766F799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51B1FB-3556-4BFE-BBB5-9C6521943E73}">
      <dgm:prSet/>
      <dgm:spPr/>
      <dgm:t>
        <a:bodyPr/>
        <a:lstStyle/>
        <a:p>
          <a:r>
            <a:rPr lang="en-US"/>
            <a:t>A computer is an digital electronic machine that:</a:t>
          </a:r>
        </a:p>
      </dgm:t>
    </dgm:pt>
    <dgm:pt modelId="{CA9E1A32-FDEF-4363-AE64-BEF4244B338F}" type="parTrans" cxnId="{B16C94B4-BB4A-4B06-9209-BFE2C7103973}">
      <dgm:prSet/>
      <dgm:spPr/>
      <dgm:t>
        <a:bodyPr/>
        <a:lstStyle/>
        <a:p>
          <a:endParaRPr lang="en-US"/>
        </a:p>
      </dgm:t>
    </dgm:pt>
    <dgm:pt modelId="{3223FA6F-546C-4DD5-B32B-511E46668B22}" type="sibTrans" cxnId="{B16C94B4-BB4A-4B06-9209-BFE2C7103973}">
      <dgm:prSet/>
      <dgm:spPr/>
      <dgm:t>
        <a:bodyPr/>
        <a:lstStyle/>
        <a:p>
          <a:endParaRPr lang="en-US"/>
        </a:p>
      </dgm:t>
    </dgm:pt>
    <dgm:pt modelId="{6A805956-B318-4DAE-9882-F15DC6BB406F}">
      <dgm:prSet/>
      <dgm:spPr/>
      <dgm:t>
        <a:bodyPr/>
        <a:lstStyle/>
        <a:p>
          <a:r>
            <a:rPr lang="en-US"/>
            <a:t>Accepts data (Input)</a:t>
          </a:r>
        </a:p>
      </dgm:t>
    </dgm:pt>
    <dgm:pt modelId="{F9BD4415-41A5-43F3-9B9F-A7FAD8BBBA6D}" type="parTrans" cxnId="{C1073D12-EF18-4F50-987E-29F07D66D58F}">
      <dgm:prSet/>
      <dgm:spPr/>
      <dgm:t>
        <a:bodyPr/>
        <a:lstStyle/>
        <a:p>
          <a:endParaRPr lang="en-US"/>
        </a:p>
      </dgm:t>
    </dgm:pt>
    <dgm:pt modelId="{7F0B1BDF-AF15-44A7-94FE-1002916E1E23}" type="sibTrans" cxnId="{C1073D12-EF18-4F50-987E-29F07D66D58F}">
      <dgm:prSet/>
      <dgm:spPr/>
      <dgm:t>
        <a:bodyPr/>
        <a:lstStyle/>
        <a:p>
          <a:endParaRPr lang="en-US"/>
        </a:p>
      </dgm:t>
    </dgm:pt>
    <dgm:pt modelId="{F479D428-5473-4C03-9F44-8E82269F025C}">
      <dgm:prSet/>
      <dgm:spPr/>
      <dgm:t>
        <a:bodyPr/>
        <a:lstStyle/>
        <a:p>
          <a:r>
            <a:rPr lang="en-US"/>
            <a:t>Processes the data</a:t>
          </a:r>
        </a:p>
      </dgm:t>
    </dgm:pt>
    <dgm:pt modelId="{A358C9AC-12D8-4D40-844F-4E8A65B3EBEF}" type="parTrans" cxnId="{2259EACC-75D9-46B2-B1F5-195D8C8158E2}">
      <dgm:prSet/>
      <dgm:spPr/>
      <dgm:t>
        <a:bodyPr/>
        <a:lstStyle/>
        <a:p>
          <a:endParaRPr lang="en-US"/>
        </a:p>
      </dgm:t>
    </dgm:pt>
    <dgm:pt modelId="{8CFDFE4A-D350-436E-B3E5-5C64A51F0D67}" type="sibTrans" cxnId="{2259EACC-75D9-46B2-B1F5-195D8C8158E2}">
      <dgm:prSet/>
      <dgm:spPr/>
      <dgm:t>
        <a:bodyPr/>
        <a:lstStyle/>
        <a:p>
          <a:endParaRPr lang="en-US"/>
        </a:p>
      </dgm:t>
    </dgm:pt>
    <dgm:pt modelId="{28E58E07-B06D-4264-9D35-3B140369ECBF}">
      <dgm:prSet/>
      <dgm:spPr/>
      <dgm:t>
        <a:bodyPr/>
        <a:lstStyle/>
        <a:p>
          <a:r>
            <a:rPr lang="en-US"/>
            <a:t>Stores the data</a:t>
          </a:r>
        </a:p>
      </dgm:t>
    </dgm:pt>
    <dgm:pt modelId="{BF7988C1-B2A1-4A42-8F93-15A690BEA02D}" type="parTrans" cxnId="{E30F1416-BA27-42FC-B0B3-FBC0D3DA89A6}">
      <dgm:prSet/>
      <dgm:spPr/>
      <dgm:t>
        <a:bodyPr/>
        <a:lstStyle/>
        <a:p>
          <a:endParaRPr lang="en-US"/>
        </a:p>
      </dgm:t>
    </dgm:pt>
    <dgm:pt modelId="{C60FC808-A564-42D1-8E5C-E2F580E5557F}" type="sibTrans" cxnId="{E30F1416-BA27-42FC-B0B3-FBC0D3DA89A6}">
      <dgm:prSet/>
      <dgm:spPr/>
      <dgm:t>
        <a:bodyPr/>
        <a:lstStyle/>
        <a:p>
          <a:endParaRPr lang="en-US"/>
        </a:p>
      </dgm:t>
    </dgm:pt>
    <dgm:pt modelId="{1706C28F-BFB5-47B8-95AE-18680DD02FB9}">
      <dgm:prSet/>
      <dgm:spPr/>
      <dgm:t>
        <a:bodyPr/>
        <a:lstStyle/>
        <a:p>
          <a:r>
            <a:rPr lang="en-US"/>
            <a:t>Produces information (Output)</a:t>
          </a:r>
        </a:p>
      </dgm:t>
    </dgm:pt>
    <dgm:pt modelId="{2C3C45A9-A433-48AF-B9C7-0C00200A5631}" type="parTrans" cxnId="{32F5DEB3-0131-4B1C-A2ED-ACB938985380}">
      <dgm:prSet/>
      <dgm:spPr/>
      <dgm:t>
        <a:bodyPr/>
        <a:lstStyle/>
        <a:p>
          <a:endParaRPr lang="en-US"/>
        </a:p>
      </dgm:t>
    </dgm:pt>
    <dgm:pt modelId="{30C171F1-AA7D-4263-91D4-45FDE1B60E3A}" type="sibTrans" cxnId="{32F5DEB3-0131-4B1C-A2ED-ACB938985380}">
      <dgm:prSet/>
      <dgm:spPr/>
      <dgm:t>
        <a:bodyPr/>
        <a:lstStyle/>
        <a:p>
          <a:endParaRPr lang="en-US"/>
        </a:p>
      </dgm:t>
    </dgm:pt>
    <dgm:pt modelId="{146A960B-B995-4235-918B-3379BECB9BAC}" type="pres">
      <dgm:prSet presAssocID="{605838F2-342D-4891-901F-B0B766F799DF}" presName="root" presStyleCnt="0">
        <dgm:presLayoutVars>
          <dgm:dir/>
          <dgm:resizeHandles val="exact"/>
        </dgm:presLayoutVars>
      </dgm:prSet>
      <dgm:spPr/>
    </dgm:pt>
    <dgm:pt modelId="{36B47A60-F6ED-4A29-85D3-23D90424C433}" type="pres">
      <dgm:prSet presAssocID="{BA51B1FB-3556-4BFE-BBB5-9C6521943E73}" presName="compNode" presStyleCnt="0"/>
      <dgm:spPr/>
    </dgm:pt>
    <dgm:pt modelId="{8FCD9A77-2906-4754-BE84-FC5AAA18DBD7}" type="pres">
      <dgm:prSet presAssocID="{BA51B1FB-3556-4BFE-BBB5-9C6521943E73}" presName="bgRect" presStyleLbl="bgShp" presStyleIdx="0" presStyleCnt="5"/>
      <dgm:spPr/>
    </dgm:pt>
    <dgm:pt modelId="{FA2D6666-A9F3-4A2A-BAF9-F2576625EF6C}" type="pres">
      <dgm:prSet presAssocID="{BA51B1FB-3556-4BFE-BBB5-9C6521943E7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14B277E-EE1C-49E2-9430-2AB869D28064}" type="pres">
      <dgm:prSet presAssocID="{BA51B1FB-3556-4BFE-BBB5-9C6521943E73}" presName="spaceRect" presStyleCnt="0"/>
      <dgm:spPr/>
    </dgm:pt>
    <dgm:pt modelId="{702BFF73-5698-4197-81ED-BFFE6914991C}" type="pres">
      <dgm:prSet presAssocID="{BA51B1FB-3556-4BFE-BBB5-9C6521943E73}" presName="parTx" presStyleLbl="revTx" presStyleIdx="0" presStyleCnt="5">
        <dgm:presLayoutVars>
          <dgm:chMax val="0"/>
          <dgm:chPref val="0"/>
        </dgm:presLayoutVars>
      </dgm:prSet>
      <dgm:spPr/>
    </dgm:pt>
    <dgm:pt modelId="{D3C36906-8BD1-4282-9ED9-EEB50759A73C}" type="pres">
      <dgm:prSet presAssocID="{3223FA6F-546C-4DD5-B32B-511E46668B22}" presName="sibTrans" presStyleCnt="0"/>
      <dgm:spPr/>
    </dgm:pt>
    <dgm:pt modelId="{5A7EDEA4-BA11-48EF-A900-7CFF049C2C22}" type="pres">
      <dgm:prSet presAssocID="{6A805956-B318-4DAE-9882-F15DC6BB406F}" presName="compNode" presStyleCnt="0"/>
      <dgm:spPr/>
    </dgm:pt>
    <dgm:pt modelId="{3F73C4E0-CBF2-4C9C-A86A-2E51E6B169F3}" type="pres">
      <dgm:prSet presAssocID="{6A805956-B318-4DAE-9882-F15DC6BB406F}" presName="bgRect" presStyleLbl="bgShp" presStyleIdx="1" presStyleCnt="5"/>
      <dgm:spPr/>
    </dgm:pt>
    <dgm:pt modelId="{83E241C5-AE60-4785-9F6D-9EFD18DEE99E}" type="pres">
      <dgm:prSet presAssocID="{6A805956-B318-4DAE-9882-F15DC6BB406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3B959A5-0249-4725-98D8-22DAD8882E57}" type="pres">
      <dgm:prSet presAssocID="{6A805956-B318-4DAE-9882-F15DC6BB406F}" presName="spaceRect" presStyleCnt="0"/>
      <dgm:spPr/>
    </dgm:pt>
    <dgm:pt modelId="{25E6FBBD-3902-448B-A8BF-8FEEB15709AE}" type="pres">
      <dgm:prSet presAssocID="{6A805956-B318-4DAE-9882-F15DC6BB406F}" presName="parTx" presStyleLbl="revTx" presStyleIdx="1" presStyleCnt="5">
        <dgm:presLayoutVars>
          <dgm:chMax val="0"/>
          <dgm:chPref val="0"/>
        </dgm:presLayoutVars>
      </dgm:prSet>
      <dgm:spPr/>
    </dgm:pt>
    <dgm:pt modelId="{13C90915-7385-4FDE-B2C7-A2BB765EE5CA}" type="pres">
      <dgm:prSet presAssocID="{7F0B1BDF-AF15-44A7-94FE-1002916E1E23}" presName="sibTrans" presStyleCnt="0"/>
      <dgm:spPr/>
    </dgm:pt>
    <dgm:pt modelId="{8AE7377B-F7A6-4D06-B158-D547D79B4212}" type="pres">
      <dgm:prSet presAssocID="{F479D428-5473-4C03-9F44-8E82269F025C}" presName="compNode" presStyleCnt="0"/>
      <dgm:spPr/>
    </dgm:pt>
    <dgm:pt modelId="{410050F5-EDDF-49C1-B05A-4257915DA2AD}" type="pres">
      <dgm:prSet presAssocID="{F479D428-5473-4C03-9F44-8E82269F025C}" presName="bgRect" presStyleLbl="bgShp" presStyleIdx="2" presStyleCnt="5"/>
      <dgm:spPr/>
    </dgm:pt>
    <dgm:pt modelId="{731EE8C0-57CA-479D-B477-86CD33E1983E}" type="pres">
      <dgm:prSet presAssocID="{F479D428-5473-4C03-9F44-8E82269F025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5BCE4F-57DC-41EB-9D84-EC8E3A071F8C}" type="pres">
      <dgm:prSet presAssocID="{F479D428-5473-4C03-9F44-8E82269F025C}" presName="spaceRect" presStyleCnt="0"/>
      <dgm:spPr/>
    </dgm:pt>
    <dgm:pt modelId="{E7694CF9-4F2C-44B9-A9C7-8E66B48916A4}" type="pres">
      <dgm:prSet presAssocID="{F479D428-5473-4C03-9F44-8E82269F025C}" presName="parTx" presStyleLbl="revTx" presStyleIdx="2" presStyleCnt="5">
        <dgm:presLayoutVars>
          <dgm:chMax val="0"/>
          <dgm:chPref val="0"/>
        </dgm:presLayoutVars>
      </dgm:prSet>
      <dgm:spPr/>
    </dgm:pt>
    <dgm:pt modelId="{C9822279-B45A-4520-B07D-4D91EB76923D}" type="pres">
      <dgm:prSet presAssocID="{8CFDFE4A-D350-436E-B3E5-5C64A51F0D67}" presName="sibTrans" presStyleCnt="0"/>
      <dgm:spPr/>
    </dgm:pt>
    <dgm:pt modelId="{3FDB14A0-57D3-41D9-999E-77865B05BDDE}" type="pres">
      <dgm:prSet presAssocID="{28E58E07-B06D-4264-9D35-3B140369ECBF}" presName="compNode" presStyleCnt="0"/>
      <dgm:spPr/>
    </dgm:pt>
    <dgm:pt modelId="{A3A65690-8EDF-480D-A69D-0DB97C171ED7}" type="pres">
      <dgm:prSet presAssocID="{28E58E07-B06D-4264-9D35-3B140369ECBF}" presName="bgRect" presStyleLbl="bgShp" presStyleIdx="3" presStyleCnt="5"/>
      <dgm:spPr/>
    </dgm:pt>
    <dgm:pt modelId="{735DDAAF-17BD-4A9A-8160-5AB7E8880C54}" type="pres">
      <dgm:prSet presAssocID="{28E58E07-B06D-4264-9D35-3B140369ECB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E18D226-65F8-47D9-A0D1-D073B07D4196}" type="pres">
      <dgm:prSet presAssocID="{28E58E07-B06D-4264-9D35-3B140369ECBF}" presName="spaceRect" presStyleCnt="0"/>
      <dgm:spPr/>
    </dgm:pt>
    <dgm:pt modelId="{37A66601-8D19-4560-9B79-04D3D5901881}" type="pres">
      <dgm:prSet presAssocID="{28E58E07-B06D-4264-9D35-3B140369ECBF}" presName="parTx" presStyleLbl="revTx" presStyleIdx="3" presStyleCnt="5">
        <dgm:presLayoutVars>
          <dgm:chMax val="0"/>
          <dgm:chPref val="0"/>
        </dgm:presLayoutVars>
      </dgm:prSet>
      <dgm:spPr/>
    </dgm:pt>
    <dgm:pt modelId="{AF8E3E02-171D-4744-A872-42311520A498}" type="pres">
      <dgm:prSet presAssocID="{C60FC808-A564-42D1-8E5C-E2F580E5557F}" presName="sibTrans" presStyleCnt="0"/>
      <dgm:spPr/>
    </dgm:pt>
    <dgm:pt modelId="{EFBF5CEC-4869-4607-947F-5E380E25736E}" type="pres">
      <dgm:prSet presAssocID="{1706C28F-BFB5-47B8-95AE-18680DD02FB9}" presName="compNode" presStyleCnt="0"/>
      <dgm:spPr/>
    </dgm:pt>
    <dgm:pt modelId="{84E81933-C025-497B-8743-EFDA46AEAA4F}" type="pres">
      <dgm:prSet presAssocID="{1706C28F-BFB5-47B8-95AE-18680DD02FB9}" presName="bgRect" presStyleLbl="bgShp" presStyleIdx="4" presStyleCnt="5"/>
      <dgm:spPr/>
    </dgm:pt>
    <dgm:pt modelId="{C83F1322-8079-415E-96AA-B12F0407C62F}" type="pres">
      <dgm:prSet presAssocID="{1706C28F-BFB5-47B8-95AE-18680DD02FB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B56625B-D4E5-4E87-A4DC-8D22134512A1}" type="pres">
      <dgm:prSet presAssocID="{1706C28F-BFB5-47B8-95AE-18680DD02FB9}" presName="spaceRect" presStyleCnt="0"/>
      <dgm:spPr/>
    </dgm:pt>
    <dgm:pt modelId="{35792B2E-39E3-4ABF-BB5F-DA196C402A8E}" type="pres">
      <dgm:prSet presAssocID="{1706C28F-BFB5-47B8-95AE-18680DD02FB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1073D12-EF18-4F50-987E-29F07D66D58F}" srcId="{605838F2-342D-4891-901F-B0B766F799DF}" destId="{6A805956-B318-4DAE-9882-F15DC6BB406F}" srcOrd="1" destOrd="0" parTransId="{F9BD4415-41A5-43F3-9B9F-A7FAD8BBBA6D}" sibTransId="{7F0B1BDF-AF15-44A7-94FE-1002916E1E23}"/>
    <dgm:cxn modelId="{E30F1416-BA27-42FC-B0B3-FBC0D3DA89A6}" srcId="{605838F2-342D-4891-901F-B0B766F799DF}" destId="{28E58E07-B06D-4264-9D35-3B140369ECBF}" srcOrd="3" destOrd="0" parTransId="{BF7988C1-B2A1-4A42-8F93-15A690BEA02D}" sibTransId="{C60FC808-A564-42D1-8E5C-E2F580E5557F}"/>
    <dgm:cxn modelId="{01F4D620-FB03-4D33-8F73-75F7B6267F40}" type="presOf" srcId="{BA51B1FB-3556-4BFE-BBB5-9C6521943E73}" destId="{702BFF73-5698-4197-81ED-BFFE6914991C}" srcOrd="0" destOrd="0" presId="urn:microsoft.com/office/officeart/2018/2/layout/IconVerticalSolidList"/>
    <dgm:cxn modelId="{C99CE940-F94A-41AB-BED3-73248FD9430E}" type="presOf" srcId="{6A805956-B318-4DAE-9882-F15DC6BB406F}" destId="{25E6FBBD-3902-448B-A8BF-8FEEB15709AE}" srcOrd="0" destOrd="0" presId="urn:microsoft.com/office/officeart/2018/2/layout/IconVerticalSolidList"/>
    <dgm:cxn modelId="{CD294241-B526-4BF4-821C-C8D4200E86E1}" type="presOf" srcId="{605838F2-342D-4891-901F-B0B766F799DF}" destId="{146A960B-B995-4235-918B-3379BECB9BAC}" srcOrd="0" destOrd="0" presId="urn:microsoft.com/office/officeart/2018/2/layout/IconVerticalSolidList"/>
    <dgm:cxn modelId="{76F77A71-AB14-4537-89A4-87026E094174}" type="presOf" srcId="{1706C28F-BFB5-47B8-95AE-18680DD02FB9}" destId="{35792B2E-39E3-4ABF-BB5F-DA196C402A8E}" srcOrd="0" destOrd="0" presId="urn:microsoft.com/office/officeart/2018/2/layout/IconVerticalSolidList"/>
    <dgm:cxn modelId="{4ED67953-DD4E-4BD4-B283-6F02ECF9D3FD}" type="presOf" srcId="{28E58E07-B06D-4264-9D35-3B140369ECBF}" destId="{37A66601-8D19-4560-9B79-04D3D5901881}" srcOrd="0" destOrd="0" presId="urn:microsoft.com/office/officeart/2018/2/layout/IconVerticalSolidList"/>
    <dgm:cxn modelId="{8A7B0B7B-421F-4051-B6A1-ACBA85323E46}" type="presOf" srcId="{F479D428-5473-4C03-9F44-8E82269F025C}" destId="{E7694CF9-4F2C-44B9-A9C7-8E66B48916A4}" srcOrd="0" destOrd="0" presId="urn:microsoft.com/office/officeart/2018/2/layout/IconVerticalSolidList"/>
    <dgm:cxn modelId="{32F5DEB3-0131-4B1C-A2ED-ACB938985380}" srcId="{605838F2-342D-4891-901F-B0B766F799DF}" destId="{1706C28F-BFB5-47B8-95AE-18680DD02FB9}" srcOrd="4" destOrd="0" parTransId="{2C3C45A9-A433-48AF-B9C7-0C00200A5631}" sibTransId="{30C171F1-AA7D-4263-91D4-45FDE1B60E3A}"/>
    <dgm:cxn modelId="{B16C94B4-BB4A-4B06-9209-BFE2C7103973}" srcId="{605838F2-342D-4891-901F-B0B766F799DF}" destId="{BA51B1FB-3556-4BFE-BBB5-9C6521943E73}" srcOrd="0" destOrd="0" parTransId="{CA9E1A32-FDEF-4363-AE64-BEF4244B338F}" sibTransId="{3223FA6F-546C-4DD5-B32B-511E46668B22}"/>
    <dgm:cxn modelId="{2259EACC-75D9-46B2-B1F5-195D8C8158E2}" srcId="{605838F2-342D-4891-901F-B0B766F799DF}" destId="{F479D428-5473-4C03-9F44-8E82269F025C}" srcOrd="2" destOrd="0" parTransId="{A358C9AC-12D8-4D40-844F-4E8A65B3EBEF}" sibTransId="{8CFDFE4A-D350-436E-B3E5-5C64A51F0D67}"/>
    <dgm:cxn modelId="{13882A30-4BDB-4410-B6B2-1174EB53CD37}" type="presParOf" srcId="{146A960B-B995-4235-918B-3379BECB9BAC}" destId="{36B47A60-F6ED-4A29-85D3-23D90424C433}" srcOrd="0" destOrd="0" presId="urn:microsoft.com/office/officeart/2018/2/layout/IconVerticalSolidList"/>
    <dgm:cxn modelId="{77693DC4-A950-4EFE-A150-AA8D4D85B79E}" type="presParOf" srcId="{36B47A60-F6ED-4A29-85D3-23D90424C433}" destId="{8FCD9A77-2906-4754-BE84-FC5AAA18DBD7}" srcOrd="0" destOrd="0" presId="urn:microsoft.com/office/officeart/2018/2/layout/IconVerticalSolidList"/>
    <dgm:cxn modelId="{6235057E-F11C-4A75-9466-C667FF6923B2}" type="presParOf" srcId="{36B47A60-F6ED-4A29-85D3-23D90424C433}" destId="{FA2D6666-A9F3-4A2A-BAF9-F2576625EF6C}" srcOrd="1" destOrd="0" presId="urn:microsoft.com/office/officeart/2018/2/layout/IconVerticalSolidList"/>
    <dgm:cxn modelId="{998E88B9-22FA-4A11-B08E-11E20A89B4E2}" type="presParOf" srcId="{36B47A60-F6ED-4A29-85D3-23D90424C433}" destId="{714B277E-EE1C-49E2-9430-2AB869D28064}" srcOrd="2" destOrd="0" presId="urn:microsoft.com/office/officeart/2018/2/layout/IconVerticalSolidList"/>
    <dgm:cxn modelId="{EF7F5FAE-1A8B-4618-96CA-27FA2F2D954A}" type="presParOf" srcId="{36B47A60-F6ED-4A29-85D3-23D90424C433}" destId="{702BFF73-5698-4197-81ED-BFFE6914991C}" srcOrd="3" destOrd="0" presId="urn:microsoft.com/office/officeart/2018/2/layout/IconVerticalSolidList"/>
    <dgm:cxn modelId="{D5092215-01EC-4351-8947-C85420AC1E04}" type="presParOf" srcId="{146A960B-B995-4235-918B-3379BECB9BAC}" destId="{D3C36906-8BD1-4282-9ED9-EEB50759A73C}" srcOrd="1" destOrd="0" presId="urn:microsoft.com/office/officeart/2018/2/layout/IconVerticalSolidList"/>
    <dgm:cxn modelId="{95172447-8AD9-4391-AA5D-7D05C9A66110}" type="presParOf" srcId="{146A960B-B995-4235-918B-3379BECB9BAC}" destId="{5A7EDEA4-BA11-48EF-A900-7CFF049C2C22}" srcOrd="2" destOrd="0" presId="urn:microsoft.com/office/officeart/2018/2/layout/IconVerticalSolidList"/>
    <dgm:cxn modelId="{A733DEE8-57C6-428D-B9C0-138824B148C5}" type="presParOf" srcId="{5A7EDEA4-BA11-48EF-A900-7CFF049C2C22}" destId="{3F73C4E0-CBF2-4C9C-A86A-2E51E6B169F3}" srcOrd="0" destOrd="0" presId="urn:microsoft.com/office/officeart/2018/2/layout/IconVerticalSolidList"/>
    <dgm:cxn modelId="{6CB223B2-246F-46A3-885C-900FB7787304}" type="presParOf" srcId="{5A7EDEA4-BA11-48EF-A900-7CFF049C2C22}" destId="{83E241C5-AE60-4785-9F6D-9EFD18DEE99E}" srcOrd="1" destOrd="0" presId="urn:microsoft.com/office/officeart/2018/2/layout/IconVerticalSolidList"/>
    <dgm:cxn modelId="{4176C964-AEE6-4DA4-A2D5-87997ED74531}" type="presParOf" srcId="{5A7EDEA4-BA11-48EF-A900-7CFF049C2C22}" destId="{83B959A5-0249-4725-98D8-22DAD8882E57}" srcOrd="2" destOrd="0" presId="urn:microsoft.com/office/officeart/2018/2/layout/IconVerticalSolidList"/>
    <dgm:cxn modelId="{7962411D-0157-4D58-A54D-D5F6997D2A0B}" type="presParOf" srcId="{5A7EDEA4-BA11-48EF-A900-7CFF049C2C22}" destId="{25E6FBBD-3902-448B-A8BF-8FEEB15709AE}" srcOrd="3" destOrd="0" presId="urn:microsoft.com/office/officeart/2018/2/layout/IconVerticalSolidList"/>
    <dgm:cxn modelId="{2AFCEA0D-7104-4F98-A945-C5CD304EF7ED}" type="presParOf" srcId="{146A960B-B995-4235-918B-3379BECB9BAC}" destId="{13C90915-7385-4FDE-B2C7-A2BB765EE5CA}" srcOrd="3" destOrd="0" presId="urn:microsoft.com/office/officeart/2018/2/layout/IconVerticalSolidList"/>
    <dgm:cxn modelId="{AF0DD9E1-ABBB-4853-A02C-AF8C5D780254}" type="presParOf" srcId="{146A960B-B995-4235-918B-3379BECB9BAC}" destId="{8AE7377B-F7A6-4D06-B158-D547D79B4212}" srcOrd="4" destOrd="0" presId="urn:microsoft.com/office/officeart/2018/2/layout/IconVerticalSolidList"/>
    <dgm:cxn modelId="{57461CD4-EEFA-4A6A-B62E-3EF9913E3AAF}" type="presParOf" srcId="{8AE7377B-F7A6-4D06-B158-D547D79B4212}" destId="{410050F5-EDDF-49C1-B05A-4257915DA2AD}" srcOrd="0" destOrd="0" presId="urn:microsoft.com/office/officeart/2018/2/layout/IconVerticalSolidList"/>
    <dgm:cxn modelId="{ADCB6DC3-165B-4C7A-B8E0-3827DFA234BE}" type="presParOf" srcId="{8AE7377B-F7A6-4D06-B158-D547D79B4212}" destId="{731EE8C0-57CA-479D-B477-86CD33E1983E}" srcOrd="1" destOrd="0" presId="urn:microsoft.com/office/officeart/2018/2/layout/IconVerticalSolidList"/>
    <dgm:cxn modelId="{5EE041B6-5B78-42DC-B13C-2A0C87F86DCF}" type="presParOf" srcId="{8AE7377B-F7A6-4D06-B158-D547D79B4212}" destId="{455BCE4F-57DC-41EB-9D84-EC8E3A071F8C}" srcOrd="2" destOrd="0" presId="urn:microsoft.com/office/officeart/2018/2/layout/IconVerticalSolidList"/>
    <dgm:cxn modelId="{21D6D4C7-4939-43B5-BE0A-25EE14F7C04F}" type="presParOf" srcId="{8AE7377B-F7A6-4D06-B158-D547D79B4212}" destId="{E7694CF9-4F2C-44B9-A9C7-8E66B48916A4}" srcOrd="3" destOrd="0" presId="urn:microsoft.com/office/officeart/2018/2/layout/IconVerticalSolidList"/>
    <dgm:cxn modelId="{01078EA2-4B46-4CB4-9C2F-5697646D5236}" type="presParOf" srcId="{146A960B-B995-4235-918B-3379BECB9BAC}" destId="{C9822279-B45A-4520-B07D-4D91EB76923D}" srcOrd="5" destOrd="0" presId="urn:microsoft.com/office/officeart/2018/2/layout/IconVerticalSolidList"/>
    <dgm:cxn modelId="{DB66A1CF-57E2-4477-8569-059D827E032B}" type="presParOf" srcId="{146A960B-B995-4235-918B-3379BECB9BAC}" destId="{3FDB14A0-57D3-41D9-999E-77865B05BDDE}" srcOrd="6" destOrd="0" presId="urn:microsoft.com/office/officeart/2018/2/layout/IconVerticalSolidList"/>
    <dgm:cxn modelId="{F33C397E-7ADA-4C86-8676-674C2921E418}" type="presParOf" srcId="{3FDB14A0-57D3-41D9-999E-77865B05BDDE}" destId="{A3A65690-8EDF-480D-A69D-0DB97C171ED7}" srcOrd="0" destOrd="0" presId="urn:microsoft.com/office/officeart/2018/2/layout/IconVerticalSolidList"/>
    <dgm:cxn modelId="{E03A5B8C-2960-4609-A28A-5B323E10BFBF}" type="presParOf" srcId="{3FDB14A0-57D3-41D9-999E-77865B05BDDE}" destId="{735DDAAF-17BD-4A9A-8160-5AB7E8880C54}" srcOrd="1" destOrd="0" presId="urn:microsoft.com/office/officeart/2018/2/layout/IconVerticalSolidList"/>
    <dgm:cxn modelId="{5D84D602-96CF-472E-A873-976F6D4DE4BA}" type="presParOf" srcId="{3FDB14A0-57D3-41D9-999E-77865B05BDDE}" destId="{6E18D226-65F8-47D9-A0D1-D073B07D4196}" srcOrd="2" destOrd="0" presId="urn:microsoft.com/office/officeart/2018/2/layout/IconVerticalSolidList"/>
    <dgm:cxn modelId="{7C8A1DD8-A862-4F3C-8D61-DBEAECE50F7D}" type="presParOf" srcId="{3FDB14A0-57D3-41D9-999E-77865B05BDDE}" destId="{37A66601-8D19-4560-9B79-04D3D5901881}" srcOrd="3" destOrd="0" presId="urn:microsoft.com/office/officeart/2018/2/layout/IconVerticalSolidList"/>
    <dgm:cxn modelId="{7998BD88-2E9D-42E6-B54D-F9E6FC2E8E82}" type="presParOf" srcId="{146A960B-B995-4235-918B-3379BECB9BAC}" destId="{AF8E3E02-171D-4744-A872-42311520A498}" srcOrd="7" destOrd="0" presId="urn:microsoft.com/office/officeart/2018/2/layout/IconVerticalSolidList"/>
    <dgm:cxn modelId="{56AF45D5-FC69-480D-8417-1060B6DBC25F}" type="presParOf" srcId="{146A960B-B995-4235-918B-3379BECB9BAC}" destId="{EFBF5CEC-4869-4607-947F-5E380E25736E}" srcOrd="8" destOrd="0" presId="urn:microsoft.com/office/officeart/2018/2/layout/IconVerticalSolidList"/>
    <dgm:cxn modelId="{367E8313-FB47-48FC-9FEC-61EC098BA459}" type="presParOf" srcId="{EFBF5CEC-4869-4607-947F-5E380E25736E}" destId="{84E81933-C025-497B-8743-EFDA46AEAA4F}" srcOrd="0" destOrd="0" presId="urn:microsoft.com/office/officeart/2018/2/layout/IconVerticalSolidList"/>
    <dgm:cxn modelId="{A54F7F44-6369-44BF-878D-269636948099}" type="presParOf" srcId="{EFBF5CEC-4869-4607-947F-5E380E25736E}" destId="{C83F1322-8079-415E-96AA-B12F0407C62F}" srcOrd="1" destOrd="0" presId="urn:microsoft.com/office/officeart/2018/2/layout/IconVerticalSolidList"/>
    <dgm:cxn modelId="{F4D38C8B-86B8-48C1-A28E-C5368AFC42B0}" type="presParOf" srcId="{EFBF5CEC-4869-4607-947F-5E380E25736E}" destId="{9B56625B-D4E5-4E87-A4DC-8D22134512A1}" srcOrd="2" destOrd="0" presId="urn:microsoft.com/office/officeart/2018/2/layout/IconVerticalSolidList"/>
    <dgm:cxn modelId="{578F7AFB-B80E-4181-BFDC-06AE5C16B62A}" type="presParOf" srcId="{EFBF5CEC-4869-4607-947F-5E380E25736E}" destId="{35792B2E-39E3-4ABF-BB5F-DA196C402A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481694-9594-4DD3-BAC3-21AD2FAA81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54EF53-C361-4DB5-80D5-0F334EF5E598}">
      <dgm:prSet/>
      <dgm:spPr/>
      <dgm:t>
        <a:bodyPr/>
        <a:lstStyle/>
        <a:p>
          <a:r>
            <a:rPr lang="en-US"/>
            <a:t>Input (Entering Password)</a:t>
          </a:r>
        </a:p>
      </dgm:t>
    </dgm:pt>
    <dgm:pt modelId="{D46408C8-4597-4617-B571-04DFA8E4795A}" type="parTrans" cxnId="{8CE862CA-D387-408D-8570-6486E6E353B8}">
      <dgm:prSet/>
      <dgm:spPr/>
      <dgm:t>
        <a:bodyPr/>
        <a:lstStyle/>
        <a:p>
          <a:endParaRPr lang="en-US"/>
        </a:p>
      </dgm:t>
    </dgm:pt>
    <dgm:pt modelId="{BFA67C4D-D4E8-4AC3-9A4B-94BD40413924}" type="sibTrans" cxnId="{8CE862CA-D387-408D-8570-6486E6E353B8}">
      <dgm:prSet/>
      <dgm:spPr/>
      <dgm:t>
        <a:bodyPr/>
        <a:lstStyle/>
        <a:p>
          <a:endParaRPr lang="en-US"/>
        </a:p>
      </dgm:t>
    </dgm:pt>
    <dgm:pt modelId="{6815A598-D114-4898-B85B-81A6B1E7ECE6}">
      <dgm:prSet/>
      <dgm:spPr/>
      <dgm:t>
        <a:bodyPr/>
        <a:lstStyle/>
        <a:p>
          <a:r>
            <a:rPr lang="en-US"/>
            <a:t>Process (System Verifies)</a:t>
          </a:r>
        </a:p>
      </dgm:t>
    </dgm:pt>
    <dgm:pt modelId="{12C04B56-5AB9-40D7-ABE0-64F35052EDBD}" type="parTrans" cxnId="{F1CE1A0A-B73E-4960-8516-06F640A6A59B}">
      <dgm:prSet/>
      <dgm:spPr/>
      <dgm:t>
        <a:bodyPr/>
        <a:lstStyle/>
        <a:p>
          <a:endParaRPr lang="en-US"/>
        </a:p>
      </dgm:t>
    </dgm:pt>
    <dgm:pt modelId="{C60CB4ED-45C7-42E8-A48F-C23DA53C2E88}" type="sibTrans" cxnId="{F1CE1A0A-B73E-4960-8516-06F640A6A59B}">
      <dgm:prSet/>
      <dgm:spPr/>
      <dgm:t>
        <a:bodyPr/>
        <a:lstStyle/>
        <a:p>
          <a:endParaRPr lang="en-US"/>
        </a:p>
      </dgm:t>
    </dgm:pt>
    <dgm:pt modelId="{455C2A04-1FFA-4209-8CBE-3FDBAA7B41E6}">
      <dgm:prSet/>
      <dgm:spPr/>
      <dgm:t>
        <a:bodyPr/>
        <a:lstStyle/>
        <a:p>
          <a:r>
            <a:rPr lang="en-US"/>
            <a:t>Output (Show Result)</a:t>
          </a:r>
        </a:p>
      </dgm:t>
    </dgm:pt>
    <dgm:pt modelId="{AFFF5602-6906-4DF9-BC06-6C2049DA8542}" type="parTrans" cxnId="{207EF4F0-03BF-4EA3-9A6A-F71B4ECDC20C}">
      <dgm:prSet/>
      <dgm:spPr/>
      <dgm:t>
        <a:bodyPr/>
        <a:lstStyle/>
        <a:p>
          <a:endParaRPr lang="en-US"/>
        </a:p>
      </dgm:t>
    </dgm:pt>
    <dgm:pt modelId="{FA725538-993D-4063-BD38-1F4B930B7695}" type="sibTrans" cxnId="{207EF4F0-03BF-4EA3-9A6A-F71B4ECDC20C}">
      <dgm:prSet/>
      <dgm:spPr/>
      <dgm:t>
        <a:bodyPr/>
        <a:lstStyle/>
        <a:p>
          <a:endParaRPr lang="en-US"/>
        </a:p>
      </dgm:t>
    </dgm:pt>
    <dgm:pt modelId="{118FDF7E-EA05-4F1D-9F9B-E409A0A7E2B3}">
      <dgm:prSet/>
      <dgm:spPr/>
      <dgm:t>
        <a:bodyPr/>
        <a:lstStyle/>
        <a:p>
          <a:r>
            <a:rPr lang="en-US"/>
            <a:t>Storage (Store/Retrieve data)</a:t>
          </a:r>
        </a:p>
      </dgm:t>
    </dgm:pt>
    <dgm:pt modelId="{56125B03-51EB-4247-8F16-679C3000FF79}" type="parTrans" cxnId="{C82784E3-26E8-47F1-8D79-8990A2D3BC10}">
      <dgm:prSet/>
      <dgm:spPr/>
      <dgm:t>
        <a:bodyPr/>
        <a:lstStyle/>
        <a:p>
          <a:endParaRPr lang="en-US"/>
        </a:p>
      </dgm:t>
    </dgm:pt>
    <dgm:pt modelId="{37ED93FD-C881-41AE-9127-2FEB55EA0F5C}" type="sibTrans" cxnId="{C82784E3-26E8-47F1-8D79-8990A2D3BC10}">
      <dgm:prSet/>
      <dgm:spPr/>
      <dgm:t>
        <a:bodyPr/>
        <a:lstStyle/>
        <a:p>
          <a:endParaRPr lang="en-US"/>
        </a:p>
      </dgm:t>
    </dgm:pt>
    <dgm:pt modelId="{03EFEF6D-9672-4BF9-8EB7-BDF66FCD7FE8}" type="pres">
      <dgm:prSet presAssocID="{DA481694-9594-4DD3-BAC3-21AD2FAA81E5}" presName="root" presStyleCnt="0">
        <dgm:presLayoutVars>
          <dgm:dir/>
          <dgm:resizeHandles val="exact"/>
        </dgm:presLayoutVars>
      </dgm:prSet>
      <dgm:spPr/>
    </dgm:pt>
    <dgm:pt modelId="{DA92AFCA-30ED-4604-A5A9-1DC7BDA07FBD}" type="pres">
      <dgm:prSet presAssocID="{0354EF53-C361-4DB5-80D5-0F334EF5E598}" presName="compNode" presStyleCnt="0"/>
      <dgm:spPr/>
    </dgm:pt>
    <dgm:pt modelId="{2394D11D-14C5-42E8-BD93-22FAEA417C8D}" type="pres">
      <dgm:prSet presAssocID="{0354EF53-C361-4DB5-80D5-0F334EF5E598}" presName="bgRect" presStyleLbl="bgShp" presStyleIdx="0" presStyleCnt="4"/>
      <dgm:spPr/>
    </dgm:pt>
    <dgm:pt modelId="{949D654E-3432-42A1-BD89-6B43C405ADAB}" type="pres">
      <dgm:prSet presAssocID="{0354EF53-C361-4DB5-80D5-0F334EF5E59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C72AF9BE-16E2-4DD8-8848-7BDB1B374C62}" type="pres">
      <dgm:prSet presAssocID="{0354EF53-C361-4DB5-80D5-0F334EF5E598}" presName="spaceRect" presStyleCnt="0"/>
      <dgm:spPr/>
    </dgm:pt>
    <dgm:pt modelId="{96358B31-1C8D-41CD-B45F-06DEB528F37A}" type="pres">
      <dgm:prSet presAssocID="{0354EF53-C361-4DB5-80D5-0F334EF5E598}" presName="parTx" presStyleLbl="revTx" presStyleIdx="0" presStyleCnt="4">
        <dgm:presLayoutVars>
          <dgm:chMax val="0"/>
          <dgm:chPref val="0"/>
        </dgm:presLayoutVars>
      </dgm:prSet>
      <dgm:spPr/>
    </dgm:pt>
    <dgm:pt modelId="{AE2D74B7-94E5-41C7-8217-6D9B487B6406}" type="pres">
      <dgm:prSet presAssocID="{BFA67C4D-D4E8-4AC3-9A4B-94BD40413924}" presName="sibTrans" presStyleCnt="0"/>
      <dgm:spPr/>
    </dgm:pt>
    <dgm:pt modelId="{A54BC52B-DF29-4F4B-8EB2-3FFB1886311A}" type="pres">
      <dgm:prSet presAssocID="{6815A598-D114-4898-B85B-81A6B1E7ECE6}" presName="compNode" presStyleCnt="0"/>
      <dgm:spPr/>
    </dgm:pt>
    <dgm:pt modelId="{E56E71AB-F040-4447-8936-CF59E98AF2A8}" type="pres">
      <dgm:prSet presAssocID="{6815A598-D114-4898-B85B-81A6B1E7ECE6}" presName="bgRect" presStyleLbl="bgShp" presStyleIdx="1" presStyleCnt="4"/>
      <dgm:spPr/>
    </dgm:pt>
    <dgm:pt modelId="{B2C96A77-9ACA-4327-9157-E857E027FE8B}" type="pres">
      <dgm:prSet presAssocID="{6815A598-D114-4898-B85B-81A6B1E7ECE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3514033E-E6B3-48B5-BBC9-49B67D9A9094}" type="pres">
      <dgm:prSet presAssocID="{6815A598-D114-4898-B85B-81A6B1E7ECE6}" presName="spaceRect" presStyleCnt="0"/>
      <dgm:spPr/>
    </dgm:pt>
    <dgm:pt modelId="{0F318059-192B-42E3-9478-2A0C292015C9}" type="pres">
      <dgm:prSet presAssocID="{6815A598-D114-4898-B85B-81A6B1E7ECE6}" presName="parTx" presStyleLbl="revTx" presStyleIdx="1" presStyleCnt="4">
        <dgm:presLayoutVars>
          <dgm:chMax val="0"/>
          <dgm:chPref val="0"/>
        </dgm:presLayoutVars>
      </dgm:prSet>
      <dgm:spPr/>
    </dgm:pt>
    <dgm:pt modelId="{B4823B2A-92AD-4C0B-8228-8DF815994324}" type="pres">
      <dgm:prSet presAssocID="{C60CB4ED-45C7-42E8-A48F-C23DA53C2E88}" presName="sibTrans" presStyleCnt="0"/>
      <dgm:spPr/>
    </dgm:pt>
    <dgm:pt modelId="{05B7E6A0-5281-49D6-937B-C3C0AB4D0BDD}" type="pres">
      <dgm:prSet presAssocID="{455C2A04-1FFA-4209-8CBE-3FDBAA7B41E6}" presName="compNode" presStyleCnt="0"/>
      <dgm:spPr/>
    </dgm:pt>
    <dgm:pt modelId="{1577275A-5F05-4A6C-BEA8-526452C26FB1}" type="pres">
      <dgm:prSet presAssocID="{455C2A04-1FFA-4209-8CBE-3FDBAA7B41E6}" presName="bgRect" presStyleLbl="bgShp" presStyleIdx="2" presStyleCnt="4"/>
      <dgm:spPr/>
    </dgm:pt>
    <dgm:pt modelId="{EB464781-9598-4C01-B7A1-F3A70ED71FD1}" type="pres">
      <dgm:prSet presAssocID="{455C2A04-1FFA-4209-8CBE-3FDBAA7B41E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5BB9CFF8-0506-4745-B9C1-54AC3DC87791}" type="pres">
      <dgm:prSet presAssocID="{455C2A04-1FFA-4209-8CBE-3FDBAA7B41E6}" presName="spaceRect" presStyleCnt="0"/>
      <dgm:spPr/>
    </dgm:pt>
    <dgm:pt modelId="{F4DFB0E2-B609-45EC-B47F-09185E4FEA0B}" type="pres">
      <dgm:prSet presAssocID="{455C2A04-1FFA-4209-8CBE-3FDBAA7B41E6}" presName="parTx" presStyleLbl="revTx" presStyleIdx="2" presStyleCnt="4">
        <dgm:presLayoutVars>
          <dgm:chMax val="0"/>
          <dgm:chPref val="0"/>
        </dgm:presLayoutVars>
      </dgm:prSet>
      <dgm:spPr/>
    </dgm:pt>
    <dgm:pt modelId="{CB978EDF-DE94-4BF5-B182-D4D92A512368}" type="pres">
      <dgm:prSet presAssocID="{FA725538-993D-4063-BD38-1F4B930B7695}" presName="sibTrans" presStyleCnt="0"/>
      <dgm:spPr/>
    </dgm:pt>
    <dgm:pt modelId="{04DC3D0E-CE7E-41F9-8556-1882ED803007}" type="pres">
      <dgm:prSet presAssocID="{118FDF7E-EA05-4F1D-9F9B-E409A0A7E2B3}" presName="compNode" presStyleCnt="0"/>
      <dgm:spPr/>
    </dgm:pt>
    <dgm:pt modelId="{FA90A810-7296-4E67-867F-3335966482E7}" type="pres">
      <dgm:prSet presAssocID="{118FDF7E-EA05-4F1D-9F9B-E409A0A7E2B3}" presName="bgRect" presStyleLbl="bgShp" presStyleIdx="3" presStyleCnt="4"/>
      <dgm:spPr/>
    </dgm:pt>
    <dgm:pt modelId="{D92BC98D-A516-4505-8471-D967B17F4B14}" type="pres">
      <dgm:prSet presAssocID="{118FDF7E-EA05-4F1D-9F9B-E409A0A7E2B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1513DB2-E35E-4D73-AEEF-88C08A9EEF0C}" type="pres">
      <dgm:prSet presAssocID="{118FDF7E-EA05-4F1D-9F9B-E409A0A7E2B3}" presName="spaceRect" presStyleCnt="0"/>
      <dgm:spPr/>
    </dgm:pt>
    <dgm:pt modelId="{069E0712-D267-4587-B551-7FA35FD55A8A}" type="pres">
      <dgm:prSet presAssocID="{118FDF7E-EA05-4F1D-9F9B-E409A0A7E2B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1CE1A0A-B73E-4960-8516-06F640A6A59B}" srcId="{DA481694-9594-4DD3-BAC3-21AD2FAA81E5}" destId="{6815A598-D114-4898-B85B-81A6B1E7ECE6}" srcOrd="1" destOrd="0" parTransId="{12C04B56-5AB9-40D7-ABE0-64F35052EDBD}" sibTransId="{C60CB4ED-45C7-42E8-A48F-C23DA53C2E88}"/>
    <dgm:cxn modelId="{BB67DE36-B949-4895-AD8E-8521F5C620FA}" type="presOf" srcId="{0354EF53-C361-4DB5-80D5-0F334EF5E598}" destId="{96358B31-1C8D-41CD-B45F-06DEB528F37A}" srcOrd="0" destOrd="0" presId="urn:microsoft.com/office/officeart/2018/2/layout/IconVerticalSolidList"/>
    <dgm:cxn modelId="{9A574848-CEA6-4607-8056-A659DFC915DD}" type="presOf" srcId="{455C2A04-1FFA-4209-8CBE-3FDBAA7B41E6}" destId="{F4DFB0E2-B609-45EC-B47F-09185E4FEA0B}" srcOrd="0" destOrd="0" presId="urn:microsoft.com/office/officeart/2018/2/layout/IconVerticalSolidList"/>
    <dgm:cxn modelId="{6DABA56D-C068-4C26-BE5A-307A2BD2DAA2}" type="presOf" srcId="{DA481694-9594-4DD3-BAC3-21AD2FAA81E5}" destId="{03EFEF6D-9672-4BF9-8EB7-BDF66FCD7FE8}" srcOrd="0" destOrd="0" presId="urn:microsoft.com/office/officeart/2018/2/layout/IconVerticalSolidList"/>
    <dgm:cxn modelId="{8CE862CA-D387-408D-8570-6486E6E353B8}" srcId="{DA481694-9594-4DD3-BAC3-21AD2FAA81E5}" destId="{0354EF53-C361-4DB5-80D5-0F334EF5E598}" srcOrd="0" destOrd="0" parTransId="{D46408C8-4597-4617-B571-04DFA8E4795A}" sibTransId="{BFA67C4D-D4E8-4AC3-9A4B-94BD40413924}"/>
    <dgm:cxn modelId="{BB778ACD-EDA2-4AA9-99B2-1C91D0D20F87}" type="presOf" srcId="{6815A598-D114-4898-B85B-81A6B1E7ECE6}" destId="{0F318059-192B-42E3-9478-2A0C292015C9}" srcOrd="0" destOrd="0" presId="urn:microsoft.com/office/officeart/2018/2/layout/IconVerticalSolidList"/>
    <dgm:cxn modelId="{C82784E3-26E8-47F1-8D79-8990A2D3BC10}" srcId="{DA481694-9594-4DD3-BAC3-21AD2FAA81E5}" destId="{118FDF7E-EA05-4F1D-9F9B-E409A0A7E2B3}" srcOrd="3" destOrd="0" parTransId="{56125B03-51EB-4247-8F16-679C3000FF79}" sibTransId="{37ED93FD-C881-41AE-9127-2FEB55EA0F5C}"/>
    <dgm:cxn modelId="{207EF4F0-03BF-4EA3-9A6A-F71B4ECDC20C}" srcId="{DA481694-9594-4DD3-BAC3-21AD2FAA81E5}" destId="{455C2A04-1FFA-4209-8CBE-3FDBAA7B41E6}" srcOrd="2" destOrd="0" parTransId="{AFFF5602-6906-4DF9-BC06-6C2049DA8542}" sibTransId="{FA725538-993D-4063-BD38-1F4B930B7695}"/>
    <dgm:cxn modelId="{88437BFA-3E88-4DC0-A668-F30360833B3B}" type="presOf" srcId="{118FDF7E-EA05-4F1D-9F9B-E409A0A7E2B3}" destId="{069E0712-D267-4587-B551-7FA35FD55A8A}" srcOrd="0" destOrd="0" presId="urn:microsoft.com/office/officeart/2018/2/layout/IconVerticalSolidList"/>
    <dgm:cxn modelId="{529CE7AE-8588-4A76-9CD7-2C0E454CB636}" type="presParOf" srcId="{03EFEF6D-9672-4BF9-8EB7-BDF66FCD7FE8}" destId="{DA92AFCA-30ED-4604-A5A9-1DC7BDA07FBD}" srcOrd="0" destOrd="0" presId="urn:microsoft.com/office/officeart/2018/2/layout/IconVerticalSolidList"/>
    <dgm:cxn modelId="{12E5CD69-152E-40C0-8934-8242106A2B52}" type="presParOf" srcId="{DA92AFCA-30ED-4604-A5A9-1DC7BDA07FBD}" destId="{2394D11D-14C5-42E8-BD93-22FAEA417C8D}" srcOrd="0" destOrd="0" presId="urn:microsoft.com/office/officeart/2018/2/layout/IconVerticalSolidList"/>
    <dgm:cxn modelId="{20CD4013-E620-4122-B96C-DA4A24FFB915}" type="presParOf" srcId="{DA92AFCA-30ED-4604-A5A9-1DC7BDA07FBD}" destId="{949D654E-3432-42A1-BD89-6B43C405ADAB}" srcOrd="1" destOrd="0" presId="urn:microsoft.com/office/officeart/2018/2/layout/IconVerticalSolidList"/>
    <dgm:cxn modelId="{F9735C1F-51C0-4F89-ADF2-AA3705DC7A0E}" type="presParOf" srcId="{DA92AFCA-30ED-4604-A5A9-1DC7BDA07FBD}" destId="{C72AF9BE-16E2-4DD8-8848-7BDB1B374C62}" srcOrd="2" destOrd="0" presId="urn:microsoft.com/office/officeart/2018/2/layout/IconVerticalSolidList"/>
    <dgm:cxn modelId="{2A7EDE4B-CD45-4194-810A-ECAE2753AF2B}" type="presParOf" srcId="{DA92AFCA-30ED-4604-A5A9-1DC7BDA07FBD}" destId="{96358B31-1C8D-41CD-B45F-06DEB528F37A}" srcOrd="3" destOrd="0" presId="urn:microsoft.com/office/officeart/2018/2/layout/IconVerticalSolidList"/>
    <dgm:cxn modelId="{8B4DB25E-06EC-4329-8069-869AC106D963}" type="presParOf" srcId="{03EFEF6D-9672-4BF9-8EB7-BDF66FCD7FE8}" destId="{AE2D74B7-94E5-41C7-8217-6D9B487B6406}" srcOrd="1" destOrd="0" presId="urn:microsoft.com/office/officeart/2018/2/layout/IconVerticalSolidList"/>
    <dgm:cxn modelId="{3DC01095-725B-4928-98F5-38DB4ADD1433}" type="presParOf" srcId="{03EFEF6D-9672-4BF9-8EB7-BDF66FCD7FE8}" destId="{A54BC52B-DF29-4F4B-8EB2-3FFB1886311A}" srcOrd="2" destOrd="0" presId="urn:microsoft.com/office/officeart/2018/2/layout/IconVerticalSolidList"/>
    <dgm:cxn modelId="{A234A540-36CB-437A-9CC7-503F2305F94B}" type="presParOf" srcId="{A54BC52B-DF29-4F4B-8EB2-3FFB1886311A}" destId="{E56E71AB-F040-4447-8936-CF59E98AF2A8}" srcOrd="0" destOrd="0" presId="urn:microsoft.com/office/officeart/2018/2/layout/IconVerticalSolidList"/>
    <dgm:cxn modelId="{6D2752F2-DDBE-48B6-A079-A8EA556BEC5E}" type="presParOf" srcId="{A54BC52B-DF29-4F4B-8EB2-3FFB1886311A}" destId="{B2C96A77-9ACA-4327-9157-E857E027FE8B}" srcOrd="1" destOrd="0" presId="urn:microsoft.com/office/officeart/2018/2/layout/IconVerticalSolidList"/>
    <dgm:cxn modelId="{59B8C0C2-CA50-473A-8542-CE9DAEF0A6E6}" type="presParOf" srcId="{A54BC52B-DF29-4F4B-8EB2-3FFB1886311A}" destId="{3514033E-E6B3-48B5-BBC9-49B67D9A9094}" srcOrd="2" destOrd="0" presId="urn:microsoft.com/office/officeart/2018/2/layout/IconVerticalSolidList"/>
    <dgm:cxn modelId="{AF59B10E-076E-46AB-85DF-A5F5846193AB}" type="presParOf" srcId="{A54BC52B-DF29-4F4B-8EB2-3FFB1886311A}" destId="{0F318059-192B-42E3-9478-2A0C292015C9}" srcOrd="3" destOrd="0" presId="urn:microsoft.com/office/officeart/2018/2/layout/IconVerticalSolidList"/>
    <dgm:cxn modelId="{45BF3709-0C35-4DFA-8F0B-57158F007EA3}" type="presParOf" srcId="{03EFEF6D-9672-4BF9-8EB7-BDF66FCD7FE8}" destId="{B4823B2A-92AD-4C0B-8228-8DF815994324}" srcOrd="3" destOrd="0" presId="urn:microsoft.com/office/officeart/2018/2/layout/IconVerticalSolidList"/>
    <dgm:cxn modelId="{38CC5662-29F8-47CC-B20D-EE8496934E7F}" type="presParOf" srcId="{03EFEF6D-9672-4BF9-8EB7-BDF66FCD7FE8}" destId="{05B7E6A0-5281-49D6-937B-C3C0AB4D0BDD}" srcOrd="4" destOrd="0" presId="urn:microsoft.com/office/officeart/2018/2/layout/IconVerticalSolidList"/>
    <dgm:cxn modelId="{1ECB5CEE-7005-413E-B958-D653B5F5CC2A}" type="presParOf" srcId="{05B7E6A0-5281-49D6-937B-C3C0AB4D0BDD}" destId="{1577275A-5F05-4A6C-BEA8-526452C26FB1}" srcOrd="0" destOrd="0" presId="urn:microsoft.com/office/officeart/2018/2/layout/IconVerticalSolidList"/>
    <dgm:cxn modelId="{0FAD9CE4-1A69-4005-997E-B49EBF500BF8}" type="presParOf" srcId="{05B7E6A0-5281-49D6-937B-C3C0AB4D0BDD}" destId="{EB464781-9598-4C01-B7A1-F3A70ED71FD1}" srcOrd="1" destOrd="0" presId="urn:microsoft.com/office/officeart/2018/2/layout/IconVerticalSolidList"/>
    <dgm:cxn modelId="{647F9CDE-F85E-4767-80BB-C59E05911D9C}" type="presParOf" srcId="{05B7E6A0-5281-49D6-937B-C3C0AB4D0BDD}" destId="{5BB9CFF8-0506-4745-B9C1-54AC3DC87791}" srcOrd="2" destOrd="0" presId="urn:microsoft.com/office/officeart/2018/2/layout/IconVerticalSolidList"/>
    <dgm:cxn modelId="{7CBD7637-DD37-42F4-9F75-E2414FFA5E9B}" type="presParOf" srcId="{05B7E6A0-5281-49D6-937B-C3C0AB4D0BDD}" destId="{F4DFB0E2-B609-45EC-B47F-09185E4FEA0B}" srcOrd="3" destOrd="0" presId="urn:microsoft.com/office/officeart/2018/2/layout/IconVerticalSolidList"/>
    <dgm:cxn modelId="{E43C8FDA-C348-4933-8061-322853FDB4F5}" type="presParOf" srcId="{03EFEF6D-9672-4BF9-8EB7-BDF66FCD7FE8}" destId="{CB978EDF-DE94-4BF5-B182-D4D92A512368}" srcOrd="5" destOrd="0" presId="urn:microsoft.com/office/officeart/2018/2/layout/IconVerticalSolidList"/>
    <dgm:cxn modelId="{20963D3B-57D4-454E-B207-BB218692AD16}" type="presParOf" srcId="{03EFEF6D-9672-4BF9-8EB7-BDF66FCD7FE8}" destId="{04DC3D0E-CE7E-41F9-8556-1882ED803007}" srcOrd="6" destOrd="0" presId="urn:microsoft.com/office/officeart/2018/2/layout/IconVerticalSolidList"/>
    <dgm:cxn modelId="{A0401AAA-3F12-435F-B5F4-CBB38F8D6AB4}" type="presParOf" srcId="{04DC3D0E-CE7E-41F9-8556-1882ED803007}" destId="{FA90A810-7296-4E67-867F-3335966482E7}" srcOrd="0" destOrd="0" presId="urn:microsoft.com/office/officeart/2018/2/layout/IconVerticalSolidList"/>
    <dgm:cxn modelId="{C3C4FC33-BA64-4A45-9FA1-575E11823CF0}" type="presParOf" srcId="{04DC3D0E-CE7E-41F9-8556-1882ED803007}" destId="{D92BC98D-A516-4505-8471-D967B17F4B14}" srcOrd="1" destOrd="0" presId="urn:microsoft.com/office/officeart/2018/2/layout/IconVerticalSolidList"/>
    <dgm:cxn modelId="{EF6D9150-C3F0-4C50-B700-1A0F593FA7DF}" type="presParOf" srcId="{04DC3D0E-CE7E-41F9-8556-1882ED803007}" destId="{A1513DB2-E35E-4D73-AEEF-88C08A9EEF0C}" srcOrd="2" destOrd="0" presId="urn:microsoft.com/office/officeart/2018/2/layout/IconVerticalSolidList"/>
    <dgm:cxn modelId="{5F299EE5-A7C2-4F88-ACF1-A457603A0885}" type="presParOf" srcId="{04DC3D0E-CE7E-41F9-8556-1882ED803007}" destId="{069E0712-D267-4587-B551-7FA35FD55A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9C5095-CD37-4300-9447-4678AEFED321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F88288-76C3-4C8D-9217-1A812C8E1BCE}">
      <dgm:prSet/>
      <dgm:spPr/>
      <dgm:t>
        <a:bodyPr/>
        <a:lstStyle/>
        <a:p>
          <a:r>
            <a:rPr lang="en-US" b="1"/>
            <a:t>Before computers:</a:t>
          </a:r>
          <a:endParaRPr lang="en-US"/>
        </a:p>
      </dgm:t>
    </dgm:pt>
    <dgm:pt modelId="{9F04CBF6-0698-4F1C-A2A6-68350D750D2D}" type="parTrans" cxnId="{173F2A6B-4713-4722-9EC3-FCEEC7DC3452}">
      <dgm:prSet/>
      <dgm:spPr/>
      <dgm:t>
        <a:bodyPr/>
        <a:lstStyle/>
        <a:p>
          <a:endParaRPr lang="en-US"/>
        </a:p>
      </dgm:t>
    </dgm:pt>
    <dgm:pt modelId="{7486B9CC-270B-41AA-A0AD-209E855C0CD0}" type="sibTrans" cxnId="{173F2A6B-4713-4722-9EC3-FCEEC7DC3452}">
      <dgm:prSet/>
      <dgm:spPr/>
      <dgm:t>
        <a:bodyPr/>
        <a:lstStyle/>
        <a:p>
          <a:endParaRPr lang="en-US"/>
        </a:p>
      </dgm:t>
    </dgm:pt>
    <dgm:pt modelId="{50061984-A462-439A-A71B-B7D3C4681FAD}">
      <dgm:prSet/>
      <dgm:spPr/>
      <dgm:t>
        <a:bodyPr/>
        <a:lstStyle/>
        <a:p>
          <a:r>
            <a:rPr lang="en-US"/>
            <a:t>Calculations took days</a:t>
          </a:r>
        </a:p>
      </dgm:t>
    </dgm:pt>
    <dgm:pt modelId="{62F920D5-23FB-4FE6-8743-4CF388D5A0D1}" type="parTrans" cxnId="{3B5733A6-A2E1-4243-9D2E-3D57F52D7B9D}">
      <dgm:prSet/>
      <dgm:spPr/>
      <dgm:t>
        <a:bodyPr/>
        <a:lstStyle/>
        <a:p>
          <a:endParaRPr lang="en-US"/>
        </a:p>
      </dgm:t>
    </dgm:pt>
    <dgm:pt modelId="{529434DD-CAC0-4A61-9A45-9CF8BBD9E704}" type="sibTrans" cxnId="{3B5733A6-A2E1-4243-9D2E-3D57F52D7B9D}">
      <dgm:prSet/>
      <dgm:spPr/>
      <dgm:t>
        <a:bodyPr/>
        <a:lstStyle/>
        <a:p>
          <a:endParaRPr lang="en-US"/>
        </a:p>
      </dgm:t>
    </dgm:pt>
    <dgm:pt modelId="{D88A66DF-CD5C-407D-9ED7-3AB62FD06327}">
      <dgm:prSet/>
      <dgm:spPr/>
      <dgm:t>
        <a:bodyPr/>
        <a:lstStyle/>
        <a:p>
          <a:r>
            <a:rPr lang="en-US"/>
            <a:t>Weather prediction was difficult</a:t>
          </a:r>
        </a:p>
      </dgm:t>
    </dgm:pt>
    <dgm:pt modelId="{005490AC-F064-4AE2-BA97-6E692F8E6277}" type="parTrans" cxnId="{BAC0C752-3E63-468A-B395-563A6D6EF8D7}">
      <dgm:prSet/>
      <dgm:spPr/>
      <dgm:t>
        <a:bodyPr/>
        <a:lstStyle/>
        <a:p>
          <a:endParaRPr lang="en-US"/>
        </a:p>
      </dgm:t>
    </dgm:pt>
    <dgm:pt modelId="{B3314652-A4D1-4289-8872-08BBE876C1B2}" type="sibTrans" cxnId="{BAC0C752-3E63-468A-B395-563A6D6EF8D7}">
      <dgm:prSet/>
      <dgm:spPr/>
      <dgm:t>
        <a:bodyPr/>
        <a:lstStyle/>
        <a:p>
          <a:endParaRPr lang="en-US"/>
        </a:p>
      </dgm:t>
    </dgm:pt>
    <dgm:pt modelId="{ABB3C06B-D16F-4680-A4BA-FC15C6625D6B}">
      <dgm:prSet/>
      <dgm:spPr/>
      <dgm:t>
        <a:bodyPr/>
        <a:lstStyle/>
        <a:p>
          <a:r>
            <a:rPr lang="en-US"/>
            <a:t>Records were maintained manually</a:t>
          </a:r>
        </a:p>
      </dgm:t>
    </dgm:pt>
    <dgm:pt modelId="{C3888398-7720-4DEF-B1A4-5E469717A92B}" type="parTrans" cxnId="{B7D15776-6077-4F8A-B4E7-EECCF9FCF77C}">
      <dgm:prSet/>
      <dgm:spPr/>
      <dgm:t>
        <a:bodyPr/>
        <a:lstStyle/>
        <a:p>
          <a:endParaRPr lang="en-US"/>
        </a:p>
      </dgm:t>
    </dgm:pt>
    <dgm:pt modelId="{0FDD77B4-1D95-4C0D-87AB-368AB584D236}" type="sibTrans" cxnId="{B7D15776-6077-4F8A-B4E7-EECCF9FCF77C}">
      <dgm:prSet/>
      <dgm:spPr/>
      <dgm:t>
        <a:bodyPr/>
        <a:lstStyle/>
        <a:p>
          <a:endParaRPr lang="en-US"/>
        </a:p>
      </dgm:t>
    </dgm:pt>
    <dgm:pt modelId="{50724686-52EC-4406-A7BD-AC7281F9B444}">
      <dgm:prSet/>
      <dgm:spPr/>
      <dgm:t>
        <a:bodyPr/>
        <a:lstStyle/>
        <a:p>
          <a:r>
            <a:rPr lang="en-US"/>
            <a:t>Communication was slow</a:t>
          </a:r>
        </a:p>
      </dgm:t>
    </dgm:pt>
    <dgm:pt modelId="{CFA70ADD-4EF5-460C-A180-BDA061D0BF34}" type="parTrans" cxnId="{5379B1DD-C64D-4FC9-B3EF-5D4BDE525AD3}">
      <dgm:prSet/>
      <dgm:spPr/>
      <dgm:t>
        <a:bodyPr/>
        <a:lstStyle/>
        <a:p>
          <a:endParaRPr lang="en-US"/>
        </a:p>
      </dgm:t>
    </dgm:pt>
    <dgm:pt modelId="{F3246456-22CF-47CF-A08C-4C359E32DB66}" type="sibTrans" cxnId="{5379B1DD-C64D-4FC9-B3EF-5D4BDE525AD3}">
      <dgm:prSet/>
      <dgm:spPr/>
      <dgm:t>
        <a:bodyPr/>
        <a:lstStyle/>
        <a:p>
          <a:endParaRPr lang="en-US"/>
        </a:p>
      </dgm:t>
    </dgm:pt>
    <dgm:pt modelId="{C55FC169-4033-49E9-BC5E-77793FEF0A03}" type="pres">
      <dgm:prSet presAssocID="{AC9C5095-CD37-4300-9447-4678AEFED321}" presName="vert0" presStyleCnt="0">
        <dgm:presLayoutVars>
          <dgm:dir/>
          <dgm:animOne val="branch"/>
          <dgm:animLvl val="lvl"/>
        </dgm:presLayoutVars>
      </dgm:prSet>
      <dgm:spPr/>
    </dgm:pt>
    <dgm:pt modelId="{2B043DEA-D03A-4B71-9F2D-3321E8C9A5AF}" type="pres">
      <dgm:prSet presAssocID="{B8F88288-76C3-4C8D-9217-1A812C8E1BCE}" presName="thickLine" presStyleLbl="alignNode1" presStyleIdx="0" presStyleCnt="5"/>
      <dgm:spPr/>
    </dgm:pt>
    <dgm:pt modelId="{383991D8-0197-4F3C-AFF8-DB8CCA841119}" type="pres">
      <dgm:prSet presAssocID="{B8F88288-76C3-4C8D-9217-1A812C8E1BCE}" presName="horz1" presStyleCnt="0"/>
      <dgm:spPr/>
    </dgm:pt>
    <dgm:pt modelId="{080281D3-E3D3-4EEE-AD4A-F899CB863D04}" type="pres">
      <dgm:prSet presAssocID="{B8F88288-76C3-4C8D-9217-1A812C8E1BCE}" presName="tx1" presStyleLbl="revTx" presStyleIdx="0" presStyleCnt="5"/>
      <dgm:spPr/>
    </dgm:pt>
    <dgm:pt modelId="{2A778E34-3AD2-441A-9DCD-DE498E387D3E}" type="pres">
      <dgm:prSet presAssocID="{B8F88288-76C3-4C8D-9217-1A812C8E1BCE}" presName="vert1" presStyleCnt="0"/>
      <dgm:spPr/>
    </dgm:pt>
    <dgm:pt modelId="{F4413FB9-1B75-4234-8E83-C40811165A7D}" type="pres">
      <dgm:prSet presAssocID="{50061984-A462-439A-A71B-B7D3C4681FAD}" presName="thickLine" presStyleLbl="alignNode1" presStyleIdx="1" presStyleCnt="5"/>
      <dgm:spPr/>
    </dgm:pt>
    <dgm:pt modelId="{C2B9ED01-0769-4103-9178-F550204CAAE7}" type="pres">
      <dgm:prSet presAssocID="{50061984-A462-439A-A71B-B7D3C4681FAD}" presName="horz1" presStyleCnt="0"/>
      <dgm:spPr/>
    </dgm:pt>
    <dgm:pt modelId="{C0C2198D-571F-4A7D-9866-C7662C1A21A0}" type="pres">
      <dgm:prSet presAssocID="{50061984-A462-439A-A71B-B7D3C4681FAD}" presName="tx1" presStyleLbl="revTx" presStyleIdx="1" presStyleCnt="5"/>
      <dgm:spPr/>
    </dgm:pt>
    <dgm:pt modelId="{360EDE86-8189-46AA-9940-CD17A89DC11E}" type="pres">
      <dgm:prSet presAssocID="{50061984-A462-439A-A71B-B7D3C4681FAD}" presName="vert1" presStyleCnt="0"/>
      <dgm:spPr/>
    </dgm:pt>
    <dgm:pt modelId="{31D4CA7B-A87F-4C53-8DDB-33035D2F22C1}" type="pres">
      <dgm:prSet presAssocID="{D88A66DF-CD5C-407D-9ED7-3AB62FD06327}" presName="thickLine" presStyleLbl="alignNode1" presStyleIdx="2" presStyleCnt="5"/>
      <dgm:spPr/>
    </dgm:pt>
    <dgm:pt modelId="{17BDAD28-748E-4F44-8C32-A68C81571447}" type="pres">
      <dgm:prSet presAssocID="{D88A66DF-CD5C-407D-9ED7-3AB62FD06327}" presName="horz1" presStyleCnt="0"/>
      <dgm:spPr/>
    </dgm:pt>
    <dgm:pt modelId="{3E6917A3-C91A-46F6-9BCF-4B6250D87263}" type="pres">
      <dgm:prSet presAssocID="{D88A66DF-CD5C-407D-9ED7-3AB62FD06327}" presName="tx1" presStyleLbl="revTx" presStyleIdx="2" presStyleCnt="5"/>
      <dgm:spPr/>
    </dgm:pt>
    <dgm:pt modelId="{20FC457A-EB55-40ED-87C7-455D23B0EE49}" type="pres">
      <dgm:prSet presAssocID="{D88A66DF-CD5C-407D-9ED7-3AB62FD06327}" presName="vert1" presStyleCnt="0"/>
      <dgm:spPr/>
    </dgm:pt>
    <dgm:pt modelId="{FE93C238-1C32-4951-92EA-E2F6F7AF93BC}" type="pres">
      <dgm:prSet presAssocID="{ABB3C06B-D16F-4680-A4BA-FC15C6625D6B}" presName="thickLine" presStyleLbl="alignNode1" presStyleIdx="3" presStyleCnt="5"/>
      <dgm:spPr/>
    </dgm:pt>
    <dgm:pt modelId="{C14C1E88-ED72-40B2-A14D-91CBC61CFD98}" type="pres">
      <dgm:prSet presAssocID="{ABB3C06B-D16F-4680-A4BA-FC15C6625D6B}" presName="horz1" presStyleCnt="0"/>
      <dgm:spPr/>
    </dgm:pt>
    <dgm:pt modelId="{844A4D49-806D-49CD-B06D-52416ECDD6BE}" type="pres">
      <dgm:prSet presAssocID="{ABB3C06B-D16F-4680-A4BA-FC15C6625D6B}" presName="tx1" presStyleLbl="revTx" presStyleIdx="3" presStyleCnt="5"/>
      <dgm:spPr/>
    </dgm:pt>
    <dgm:pt modelId="{DB683140-810F-4A1F-9025-44813BF5580B}" type="pres">
      <dgm:prSet presAssocID="{ABB3C06B-D16F-4680-A4BA-FC15C6625D6B}" presName="vert1" presStyleCnt="0"/>
      <dgm:spPr/>
    </dgm:pt>
    <dgm:pt modelId="{D68A5672-5CA2-40BC-98C7-9E9DC2512117}" type="pres">
      <dgm:prSet presAssocID="{50724686-52EC-4406-A7BD-AC7281F9B444}" presName="thickLine" presStyleLbl="alignNode1" presStyleIdx="4" presStyleCnt="5"/>
      <dgm:spPr/>
    </dgm:pt>
    <dgm:pt modelId="{55CB5349-E567-4198-A528-D752451CA6B7}" type="pres">
      <dgm:prSet presAssocID="{50724686-52EC-4406-A7BD-AC7281F9B444}" presName="horz1" presStyleCnt="0"/>
      <dgm:spPr/>
    </dgm:pt>
    <dgm:pt modelId="{38099272-E381-4DB1-8259-6D921A2BAF8C}" type="pres">
      <dgm:prSet presAssocID="{50724686-52EC-4406-A7BD-AC7281F9B444}" presName="tx1" presStyleLbl="revTx" presStyleIdx="4" presStyleCnt="5"/>
      <dgm:spPr/>
    </dgm:pt>
    <dgm:pt modelId="{A77DDFF8-8712-42AF-A337-8300D6935A99}" type="pres">
      <dgm:prSet presAssocID="{50724686-52EC-4406-A7BD-AC7281F9B444}" presName="vert1" presStyleCnt="0"/>
      <dgm:spPr/>
    </dgm:pt>
  </dgm:ptLst>
  <dgm:cxnLst>
    <dgm:cxn modelId="{173F2A6B-4713-4722-9EC3-FCEEC7DC3452}" srcId="{AC9C5095-CD37-4300-9447-4678AEFED321}" destId="{B8F88288-76C3-4C8D-9217-1A812C8E1BCE}" srcOrd="0" destOrd="0" parTransId="{9F04CBF6-0698-4F1C-A2A6-68350D750D2D}" sibTransId="{7486B9CC-270B-41AA-A0AD-209E855C0CD0}"/>
    <dgm:cxn modelId="{BAC0C752-3E63-468A-B395-563A6D6EF8D7}" srcId="{AC9C5095-CD37-4300-9447-4678AEFED321}" destId="{D88A66DF-CD5C-407D-9ED7-3AB62FD06327}" srcOrd="2" destOrd="0" parTransId="{005490AC-F064-4AE2-BA97-6E692F8E6277}" sibTransId="{B3314652-A4D1-4289-8872-08BBE876C1B2}"/>
    <dgm:cxn modelId="{B7D15776-6077-4F8A-B4E7-EECCF9FCF77C}" srcId="{AC9C5095-CD37-4300-9447-4678AEFED321}" destId="{ABB3C06B-D16F-4680-A4BA-FC15C6625D6B}" srcOrd="3" destOrd="0" parTransId="{C3888398-7720-4DEF-B1A4-5E469717A92B}" sibTransId="{0FDD77B4-1D95-4C0D-87AB-368AB584D236}"/>
    <dgm:cxn modelId="{F4071D7F-F090-47F5-B414-AD1820953CCD}" type="presOf" srcId="{50724686-52EC-4406-A7BD-AC7281F9B444}" destId="{38099272-E381-4DB1-8259-6D921A2BAF8C}" srcOrd="0" destOrd="0" presId="urn:microsoft.com/office/officeart/2008/layout/LinedList"/>
    <dgm:cxn modelId="{02DEC682-2EED-43A4-B027-CE51155E3B6B}" type="presOf" srcId="{50061984-A462-439A-A71B-B7D3C4681FAD}" destId="{C0C2198D-571F-4A7D-9866-C7662C1A21A0}" srcOrd="0" destOrd="0" presId="urn:microsoft.com/office/officeart/2008/layout/LinedList"/>
    <dgm:cxn modelId="{7962C297-F693-4649-8C6E-ADB525F066BB}" type="presOf" srcId="{AC9C5095-CD37-4300-9447-4678AEFED321}" destId="{C55FC169-4033-49E9-BC5E-77793FEF0A03}" srcOrd="0" destOrd="0" presId="urn:microsoft.com/office/officeart/2008/layout/LinedList"/>
    <dgm:cxn modelId="{3B5733A6-A2E1-4243-9D2E-3D57F52D7B9D}" srcId="{AC9C5095-CD37-4300-9447-4678AEFED321}" destId="{50061984-A462-439A-A71B-B7D3C4681FAD}" srcOrd="1" destOrd="0" parTransId="{62F920D5-23FB-4FE6-8743-4CF388D5A0D1}" sibTransId="{529434DD-CAC0-4A61-9A45-9CF8BBD9E704}"/>
    <dgm:cxn modelId="{5652D1B0-0A3F-432B-9444-BEC78674295C}" type="presOf" srcId="{D88A66DF-CD5C-407D-9ED7-3AB62FD06327}" destId="{3E6917A3-C91A-46F6-9BCF-4B6250D87263}" srcOrd="0" destOrd="0" presId="urn:microsoft.com/office/officeart/2008/layout/LinedList"/>
    <dgm:cxn modelId="{BC3DDBB9-A716-4965-8218-0D26E2855831}" type="presOf" srcId="{B8F88288-76C3-4C8D-9217-1A812C8E1BCE}" destId="{080281D3-E3D3-4EEE-AD4A-F899CB863D04}" srcOrd="0" destOrd="0" presId="urn:microsoft.com/office/officeart/2008/layout/LinedList"/>
    <dgm:cxn modelId="{5379B1DD-C64D-4FC9-B3EF-5D4BDE525AD3}" srcId="{AC9C5095-CD37-4300-9447-4678AEFED321}" destId="{50724686-52EC-4406-A7BD-AC7281F9B444}" srcOrd="4" destOrd="0" parTransId="{CFA70ADD-4EF5-460C-A180-BDA061D0BF34}" sibTransId="{F3246456-22CF-47CF-A08C-4C359E32DB66}"/>
    <dgm:cxn modelId="{6D8E22DE-0E59-4D69-B6E5-DEC86D883F8F}" type="presOf" srcId="{ABB3C06B-D16F-4680-A4BA-FC15C6625D6B}" destId="{844A4D49-806D-49CD-B06D-52416ECDD6BE}" srcOrd="0" destOrd="0" presId="urn:microsoft.com/office/officeart/2008/layout/LinedList"/>
    <dgm:cxn modelId="{AFC422C0-A0C8-46DF-9070-AED24B64D439}" type="presParOf" srcId="{C55FC169-4033-49E9-BC5E-77793FEF0A03}" destId="{2B043DEA-D03A-4B71-9F2D-3321E8C9A5AF}" srcOrd="0" destOrd="0" presId="urn:microsoft.com/office/officeart/2008/layout/LinedList"/>
    <dgm:cxn modelId="{3AD10EF7-72F0-4D98-A7EB-0DCFA5792BA4}" type="presParOf" srcId="{C55FC169-4033-49E9-BC5E-77793FEF0A03}" destId="{383991D8-0197-4F3C-AFF8-DB8CCA841119}" srcOrd="1" destOrd="0" presId="urn:microsoft.com/office/officeart/2008/layout/LinedList"/>
    <dgm:cxn modelId="{07DCC526-91AD-4916-8F02-ABD35AA0ED80}" type="presParOf" srcId="{383991D8-0197-4F3C-AFF8-DB8CCA841119}" destId="{080281D3-E3D3-4EEE-AD4A-F899CB863D04}" srcOrd="0" destOrd="0" presId="urn:microsoft.com/office/officeart/2008/layout/LinedList"/>
    <dgm:cxn modelId="{644818CC-5219-4577-9C4F-D0375D15E438}" type="presParOf" srcId="{383991D8-0197-4F3C-AFF8-DB8CCA841119}" destId="{2A778E34-3AD2-441A-9DCD-DE498E387D3E}" srcOrd="1" destOrd="0" presId="urn:microsoft.com/office/officeart/2008/layout/LinedList"/>
    <dgm:cxn modelId="{E4732CB0-DCB7-4078-9DC9-AE813E90BB37}" type="presParOf" srcId="{C55FC169-4033-49E9-BC5E-77793FEF0A03}" destId="{F4413FB9-1B75-4234-8E83-C40811165A7D}" srcOrd="2" destOrd="0" presId="urn:microsoft.com/office/officeart/2008/layout/LinedList"/>
    <dgm:cxn modelId="{23F6AEB2-4084-46F6-880C-463778F84383}" type="presParOf" srcId="{C55FC169-4033-49E9-BC5E-77793FEF0A03}" destId="{C2B9ED01-0769-4103-9178-F550204CAAE7}" srcOrd="3" destOrd="0" presId="urn:microsoft.com/office/officeart/2008/layout/LinedList"/>
    <dgm:cxn modelId="{8A68BB6E-3377-4424-8B6A-A17FD922D4DE}" type="presParOf" srcId="{C2B9ED01-0769-4103-9178-F550204CAAE7}" destId="{C0C2198D-571F-4A7D-9866-C7662C1A21A0}" srcOrd="0" destOrd="0" presId="urn:microsoft.com/office/officeart/2008/layout/LinedList"/>
    <dgm:cxn modelId="{BD93D7B2-E3A8-4D9D-B319-C7D1C90FECC9}" type="presParOf" srcId="{C2B9ED01-0769-4103-9178-F550204CAAE7}" destId="{360EDE86-8189-46AA-9940-CD17A89DC11E}" srcOrd="1" destOrd="0" presId="urn:microsoft.com/office/officeart/2008/layout/LinedList"/>
    <dgm:cxn modelId="{EDDC91A1-6A7B-4EE1-9167-6C30E3E10DF4}" type="presParOf" srcId="{C55FC169-4033-49E9-BC5E-77793FEF0A03}" destId="{31D4CA7B-A87F-4C53-8DDB-33035D2F22C1}" srcOrd="4" destOrd="0" presId="urn:microsoft.com/office/officeart/2008/layout/LinedList"/>
    <dgm:cxn modelId="{27B0747A-3BF1-4764-B0F9-C664DF4E4D13}" type="presParOf" srcId="{C55FC169-4033-49E9-BC5E-77793FEF0A03}" destId="{17BDAD28-748E-4F44-8C32-A68C81571447}" srcOrd="5" destOrd="0" presId="urn:microsoft.com/office/officeart/2008/layout/LinedList"/>
    <dgm:cxn modelId="{4D4BF8BB-CC99-4926-A4CE-0F6FCDDFEA1A}" type="presParOf" srcId="{17BDAD28-748E-4F44-8C32-A68C81571447}" destId="{3E6917A3-C91A-46F6-9BCF-4B6250D87263}" srcOrd="0" destOrd="0" presId="urn:microsoft.com/office/officeart/2008/layout/LinedList"/>
    <dgm:cxn modelId="{5FE009FB-6ED1-4B74-92C4-49813D7D5888}" type="presParOf" srcId="{17BDAD28-748E-4F44-8C32-A68C81571447}" destId="{20FC457A-EB55-40ED-87C7-455D23B0EE49}" srcOrd="1" destOrd="0" presId="urn:microsoft.com/office/officeart/2008/layout/LinedList"/>
    <dgm:cxn modelId="{C3CA1899-6945-44EB-8960-B8DBD00B0A60}" type="presParOf" srcId="{C55FC169-4033-49E9-BC5E-77793FEF0A03}" destId="{FE93C238-1C32-4951-92EA-E2F6F7AF93BC}" srcOrd="6" destOrd="0" presId="urn:microsoft.com/office/officeart/2008/layout/LinedList"/>
    <dgm:cxn modelId="{4DBCF8E3-66DC-4B4C-A31A-4BB690FD09B8}" type="presParOf" srcId="{C55FC169-4033-49E9-BC5E-77793FEF0A03}" destId="{C14C1E88-ED72-40B2-A14D-91CBC61CFD98}" srcOrd="7" destOrd="0" presId="urn:microsoft.com/office/officeart/2008/layout/LinedList"/>
    <dgm:cxn modelId="{846DE862-ADBC-4652-99DA-B27FECDB7921}" type="presParOf" srcId="{C14C1E88-ED72-40B2-A14D-91CBC61CFD98}" destId="{844A4D49-806D-49CD-B06D-52416ECDD6BE}" srcOrd="0" destOrd="0" presId="urn:microsoft.com/office/officeart/2008/layout/LinedList"/>
    <dgm:cxn modelId="{24F065FC-71F7-46EF-BD65-19215E24164B}" type="presParOf" srcId="{C14C1E88-ED72-40B2-A14D-91CBC61CFD98}" destId="{DB683140-810F-4A1F-9025-44813BF5580B}" srcOrd="1" destOrd="0" presId="urn:microsoft.com/office/officeart/2008/layout/LinedList"/>
    <dgm:cxn modelId="{930343BB-C98F-43B8-A5CF-F887AB23544A}" type="presParOf" srcId="{C55FC169-4033-49E9-BC5E-77793FEF0A03}" destId="{D68A5672-5CA2-40BC-98C7-9E9DC2512117}" srcOrd="8" destOrd="0" presId="urn:microsoft.com/office/officeart/2008/layout/LinedList"/>
    <dgm:cxn modelId="{B0F5111C-8A6B-46FC-907A-88C2ECC81E0C}" type="presParOf" srcId="{C55FC169-4033-49E9-BC5E-77793FEF0A03}" destId="{55CB5349-E567-4198-A528-D752451CA6B7}" srcOrd="9" destOrd="0" presId="urn:microsoft.com/office/officeart/2008/layout/LinedList"/>
    <dgm:cxn modelId="{213BBE70-6908-4162-80D7-64652FC84AA4}" type="presParOf" srcId="{55CB5349-E567-4198-A528-D752451CA6B7}" destId="{38099272-E381-4DB1-8259-6D921A2BAF8C}" srcOrd="0" destOrd="0" presId="urn:microsoft.com/office/officeart/2008/layout/LinedList"/>
    <dgm:cxn modelId="{B0AF600D-D7B8-442E-8ADE-3F175AAA5807}" type="presParOf" srcId="{55CB5349-E567-4198-A528-D752451CA6B7}" destId="{A77DDFF8-8712-42AF-A337-8300D6935A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D9611F-86AC-4C1C-8C6F-061D3CC90EB6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F528EC0-9593-490C-A13B-5CA8C94B89EC}">
      <dgm:prSet/>
      <dgm:spPr/>
      <dgm:t>
        <a:bodyPr/>
        <a:lstStyle/>
        <a:p>
          <a:r>
            <a:rPr lang="en-US"/>
            <a:t>Speed </a:t>
          </a:r>
        </a:p>
      </dgm:t>
    </dgm:pt>
    <dgm:pt modelId="{DFF6209A-B0E5-4D4D-8D00-278700BBCDB6}" type="parTrans" cxnId="{E9D0C6A7-6A74-4D00-AC5E-3A7915121AD4}">
      <dgm:prSet/>
      <dgm:spPr/>
      <dgm:t>
        <a:bodyPr/>
        <a:lstStyle/>
        <a:p>
          <a:endParaRPr lang="en-US"/>
        </a:p>
      </dgm:t>
    </dgm:pt>
    <dgm:pt modelId="{275BA355-AC4B-4516-8EF0-F9D0AA0D17AC}" type="sibTrans" cxnId="{E9D0C6A7-6A74-4D00-AC5E-3A7915121AD4}">
      <dgm:prSet/>
      <dgm:spPr/>
      <dgm:t>
        <a:bodyPr/>
        <a:lstStyle/>
        <a:p>
          <a:endParaRPr lang="en-US"/>
        </a:p>
      </dgm:t>
    </dgm:pt>
    <dgm:pt modelId="{CEC82084-7DF3-4878-A70E-22F0787ACBD5}">
      <dgm:prSet/>
      <dgm:spPr/>
      <dgm:t>
        <a:bodyPr/>
        <a:lstStyle/>
        <a:p>
          <a:r>
            <a:rPr lang="en-US"/>
            <a:t>Accuracy</a:t>
          </a:r>
        </a:p>
      </dgm:t>
    </dgm:pt>
    <dgm:pt modelId="{CE2EBE23-1120-436B-ABAD-5A2F616210C4}" type="parTrans" cxnId="{9440AE95-1372-465B-AD65-FFF08C34AECF}">
      <dgm:prSet/>
      <dgm:spPr/>
      <dgm:t>
        <a:bodyPr/>
        <a:lstStyle/>
        <a:p>
          <a:endParaRPr lang="en-US"/>
        </a:p>
      </dgm:t>
    </dgm:pt>
    <dgm:pt modelId="{CBF67BC6-FB56-4E3D-92A9-D80032F4609D}" type="sibTrans" cxnId="{9440AE95-1372-465B-AD65-FFF08C34AECF}">
      <dgm:prSet/>
      <dgm:spPr/>
      <dgm:t>
        <a:bodyPr/>
        <a:lstStyle/>
        <a:p>
          <a:endParaRPr lang="en-US"/>
        </a:p>
      </dgm:t>
    </dgm:pt>
    <dgm:pt modelId="{356350B0-A439-4BB2-B822-D594B86A0966}">
      <dgm:prSet/>
      <dgm:spPr/>
      <dgm:t>
        <a:bodyPr/>
        <a:lstStyle/>
        <a:p>
          <a:r>
            <a:rPr lang="en-US"/>
            <a:t>Storage Capacity</a:t>
          </a:r>
        </a:p>
      </dgm:t>
    </dgm:pt>
    <dgm:pt modelId="{59A90155-753D-4498-A827-FF811886A152}" type="parTrans" cxnId="{87D6D7FC-5695-4DD7-8548-83B1C56F706F}">
      <dgm:prSet/>
      <dgm:spPr/>
      <dgm:t>
        <a:bodyPr/>
        <a:lstStyle/>
        <a:p>
          <a:endParaRPr lang="en-US"/>
        </a:p>
      </dgm:t>
    </dgm:pt>
    <dgm:pt modelId="{A157CE7E-3094-4F0A-98CD-CDBDAD885F8E}" type="sibTrans" cxnId="{87D6D7FC-5695-4DD7-8548-83B1C56F706F}">
      <dgm:prSet/>
      <dgm:spPr/>
      <dgm:t>
        <a:bodyPr/>
        <a:lstStyle/>
        <a:p>
          <a:endParaRPr lang="en-US"/>
        </a:p>
      </dgm:t>
    </dgm:pt>
    <dgm:pt modelId="{1B4BE395-108E-4353-BFB2-5EA9DE913523}">
      <dgm:prSet/>
      <dgm:spPr/>
      <dgm:t>
        <a:bodyPr/>
        <a:lstStyle/>
        <a:p>
          <a:r>
            <a:rPr lang="en-US" dirty="0"/>
            <a:t>Automation</a:t>
          </a:r>
        </a:p>
      </dgm:t>
    </dgm:pt>
    <dgm:pt modelId="{27A1D868-3B2D-4092-A9FB-77B86A7690E8}" type="parTrans" cxnId="{35EB4B2F-E940-423C-B00F-0C3AC6349636}">
      <dgm:prSet/>
      <dgm:spPr/>
      <dgm:t>
        <a:bodyPr/>
        <a:lstStyle/>
        <a:p>
          <a:endParaRPr lang="en-US"/>
        </a:p>
      </dgm:t>
    </dgm:pt>
    <dgm:pt modelId="{3209FF23-65FC-4CA6-962B-CE65CA08C5A7}" type="sibTrans" cxnId="{35EB4B2F-E940-423C-B00F-0C3AC6349636}">
      <dgm:prSet/>
      <dgm:spPr/>
      <dgm:t>
        <a:bodyPr/>
        <a:lstStyle/>
        <a:p>
          <a:endParaRPr lang="en-US"/>
        </a:p>
      </dgm:t>
    </dgm:pt>
    <dgm:pt modelId="{D35EAAFA-9225-4D23-B66F-799ADB7025BE}">
      <dgm:prSet/>
      <dgm:spPr/>
      <dgm:t>
        <a:bodyPr/>
        <a:lstStyle/>
        <a:p>
          <a:r>
            <a:rPr lang="en-US"/>
            <a:t>Reliability</a:t>
          </a:r>
        </a:p>
      </dgm:t>
    </dgm:pt>
    <dgm:pt modelId="{635D2BA9-B089-4B71-B28E-2EC2EF3C1C78}" type="parTrans" cxnId="{BF4015B2-C288-4674-8DF1-246212148B88}">
      <dgm:prSet/>
      <dgm:spPr/>
      <dgm:t>
        <a:bodyPr/>
        <a:lstStyle/>
        <a:p>
          <a:endParaRPr lang="en-US"/>
        </a:p>
      </dgm:t>
    </dgm:pt>
    <dgm:pt modelId="{828548EE-C6F5-4968-B79D-EC6CC4293872}" type="sibTrans" cxnId="{BF4015B2-C288-4674-8DF1-246212148B88}">
      <dgm:prSet/>
      <dgm:spPr/>
      <dgm:t>
        <a:bodyPr/>
        <a:lstStyle/>
        <a:p>
          <a:endParaRPr lang="en-US"/>
        </a:p>
      </dgm:t>
    </dgm:pt>
    <dgm:pt modelId="{F4757BA0-FEEC-4D1C-8D4D-B28069E7784C}">
      <dgm:prSet/>
      <dgm:spPr/>
      <dgm:t>
        <a:bodyPr/>
        <a:lstStyle/>
        <a:p>
          <a:r>
            <a:rPr lang="en-US"/>
            <a:t>Multitasking</a:t>
          </a:r>
        </a:p>
      </dgm:t>
    </dgm:pt>
    <dgm:pt modelId="{E106E9D4-C2D8-46BA-933E-DEDE5EDB4E90}" type="parTrans" cxnId="{46A4503A-4977-40AC-8EB0-BE726B998169}">
      <dgm:prSet/>
      <dgm:spPr/>
      <dgm:t>
        <a:bodyPr/>
        <a:lstStyle/>
        <a:p>
          <a:endParaRPr lang="en-US"/>
        </a:p>
      </dgm:t>
    </dgm:pt>
    <dgm:pt modelId="{A23558A5-2EAD-46A8-82DF-EFFBBEE60FCD}" type="sibTrans" cxnId="{46A4503A-4977-40AC-8EB0-BE726B998169}">
      <dgm:prSet/>
      <dgm:spPr/>
      <dgm:t>
        <a:bodyPr/>
        <a:lstStyle/>
        <a:p>
          <a:endParaRPr lang="en-US"/>
        </a:p>
      </dgm:t>
    </dgm:pt>
    <dgm:pt modelId="{09601C21-6987-4FE0-AE79-0ABAC8CDEA5E}">
      <dgm:prSet/>
      <dgm:spPr/>
      <dgm:t>
        <a:bodyPr/>
        <a:lstStyle/>
        <a:p>
          <a:r>
            <a:rPr lang="en-US" dirty="0"/>
            <a:t>Versatility</a:t>
          </a:r>
        </a:p>
      </dgm:t>
    </dgm:pt>
    <dgm:pt modelId="{FB77DA0E-CD89-4830-94C0-31A7F2349C31}" type="parTrans" cxnId="{170E26A0-0FE9-4FDA-B20D-780EEC68A8D9}">
      <dgm:prSet/>
      <dgm:spPr/>
      <dgm:t>
        <a:bodyPr/>
        <a:lstStyle/>
        <a:p>
          <a:endParaRPr lang="en-US"/>
        </a:p>
      </dgm:t>
    </dgm:pt>
    <dgm:pt modelId="{439E5A24-AD8F-450D-81A4-5E924530B5B7}" type="sibTrans" cxnId="{170E26A0-0FE9-4FDA-B20D-780EEC68A8D9}">
      <dgm:prSet/>
      <dgm:spPr/>
      <dgm:t>
        <a:bodyPr/>
        <a:lstStyle/>
        <a:p>
          <a:endParaRPr lang="en-US"/>
        </a:p>
      </dgm:t>
    </dgm:pt>
    <dgm:pt modelId="{2A128A49-BF5F-433E-B3E1-0BF9C9614EF4}" type="pres">
      <dgm:prSet presAssocID="{FAD9611F-86AC-4C1C-8C6F-061D3CC90EB6}" presName="vert0" presStyleCnt="0">
        <dgm:presLayoutVars>
          <dgm:dir/>
          <dgm:animOne val="branch"/>
          <dgm:animLvl val="lvl"/>
        </dgm:presLayoutVars>
      </dgm:prSet>
      <dgm:spPr/>
    </dgm:pt>
    <dgm:pt modelId="{E69631CF-640C-47DC-8671-BDFA6DC8258E}" type="pres">
      <dgm:prSet presAssocID="{6F528EC0-9593-490C-A13B-5CA8C94B89EC}" presName="thickLine" presStyleLbl="alignNode1" presStyleIdx="0" presStyleCnt="7"/>
      <dgm:spPr/>
    </dgm:pt>
    <dgm:pt modelId="{51E88ED3-4D65-41C6-B7FE-BD7181B10745}" type="pres">
      <dgm:prSet presAssocID="{6F528EC0-9593-490C-A13B-5CA8C94B89EC}" presName="horz1" presStyleCnt="0"/>
      <dgm:spPr/>
    </dgm:pt>
    <dgm:pt modelId="{D2B87F0D-DAA1-42F0-B69B-ACA734609701}" type="pres">
      <dgm:prSet presAssocID="{6F528EC0-9593-490C-A13B-5CA8C94B89EC}" presName="tx1" presStyleLbl="revTx" presStyleIdx="0" presStyleCnt="7"/>
      <dgm:spPr/>
    </dgm:pt>
    <dgm:pt modelId="{A6CA7AC5-505A-47AF-A089-2389DEACF48A}" type="pres">
      <dgm:prSet presAssocID="{6F528EC0-9593-490C-A13B-5CA8C94B89EC}" presName="vert1" presStyleCnt="0"/>
      <dgm:spPr/>
    </dgm:pt>
    <dgm:pt modelId="{D2A02772-302E-4241-8851-64EE69532745}" type="pres">
      <dgm:prSet presAssocID="{CEC82084-7DF3-4878-A70E-22F0787ACBD5}" presName="thickLine" presStyleLbl="alignNode1" presStyleIdx="1" presStyleCnt="7"/>
      <dgm:spPr/>
    </dgm:pt>
    <dgm:pt modelId="{D3D37AFF-5F07-4126-ACBF-568C84378310}" type="pres">
      <dgm:prSet presAssocID="{CEC82084-7DF3-4878-A70E-22F0787ACBD5}" presName="horz1" presStyleCnt="0"/>
      <dgm:spPr/>
    </dgm:pt>
    <dgm:pt modelId="{80133601-82E6-4D1E-B2DE-2C1772CBEFA7}" type="pres">
      <dgm:prSet presAssocID="{CEC82084-7DF3-4878-A70E-22F0787ACBD5}" presName="tx1" presStyleLbl="revTx" presStyleIdx="1" presStyleCnt="7"/>
      <dgm:spPr/>
    </dgm:pt>
    <dgm:pt modelId="{7CF4EA32-8BC8-40A6-8BCB-6054356308EC}" type="pres">
      <dgm:prSet presAssocID="{CEC82084-7DF3-4878-A70E-22F0787ACBD5}" presName="vert1" presStyleCnt="0"/>
      <dgm:spPr/>
    </dgm:pt>
    <dgm:pt modelId="{D59C17F6-2BF8-4EEF-A723-9BDD52E5333F}" type="pres">
      <dgm:prSet presAssocID="{356350B0-A439-4BB2-B822-D594B86A0966}" presName="thickLine" presStyleLbl="alignNode1" presStyleIdx="2" presStyleCnt="7"/>
      <dgm:spPr/>
    </dgm:pt>
    <dgm:pt modelId="{92B1D5D2-CE60-48ED-A7A6-32F0FD63951E}" type="pres">
      <dgm:prSet presAssocID="{356350B0-A439-4BB2-B822-D594B86A0966}" presName="horz1" presStyleCnt="0"/>
      <dgm:spPr/>
    </dgm:pt>
    <dgm:pt modelId="{7E4E285A-0DAB-44E1-8D64-22700A3C5803}" type="pres">
      <dgm:prSet presAssocID="{356350B0-A439-4BB2-B822-D594B86A0966}" presName="tx1" presStyleLbl="revTx" presStyleIdx="2" presStyleCnt="7"/>
      <dgm:spPr/>
    </dgm:pt>
    <dgm:pt modelId="{4FFEEF37-E1B6-4A97-A71D-37282C907543}" type="pres">
      <dgm:prSet presAssocID="{356350B0-A439-4BB2-B822-D594B86A0966}" presName="vert1" presStyleCnt="0"/>
      <dgm:spPr/>
    </dgm:pt>
    <dgm:pt modelId="{A957F863-8A22-4AC3-851D-0E641E42E3A9}" type="pres">
      <dgm:prSet presAssocID="{1B4BE395-108E-4353-BFB2-5EA9DE913523}" presName="thickLine" presStyleLbl="alignNode1" presStyleIdx="3" presStyleCnt="7"/>
      <dgm:spPr/>
    </dgm:pt>
    <dgm:pt modelId="{B02C73E8-B34C-4DC9-A04C-284B0EBAE97B}" type="pres">
      <dgm:prSet presAssocID="{1B4BE395-108E-4353-BFB2-5EA9DE913523}" presName="horz1" presStyleCnt="0"/>
      <dgm:spPr/>
    </dgm:pt>
    <dgm:pt modelId="{132B369A-C97E-4073-AD7A-85583E67D481}" type="pres">
      <dgm:prSet presAssocID="{1B4BE395-108E-4353-BFB2-5EA9DE913523}" presName="tx1" presStyleLbl="revTx" presStyleIdx="3" presStyleCnt="7"/>
      <dgm:spPr/>
    </dgm:pt>
    <dgm:pt modelId="{FE73F81F-0865-42DB-B8A6-9371E697D8FD}" type="pres">
      <dgm:prSet presAssocID="{1B4BE395-108E-4353-BFB2-5EA9DE913523}" presName="vert1" presStyleCnt="0"/>
      <dgm:spPr/>
    </dgm:pt>
    <dgm:pt modelId="{668AEED9-5383-4E45-AA51-B04127F8EC3F}" type="pres">
      <dgm:prSet presAssocID="{D35EAAFA-9225-4D23-B66F-799ADB7025BE}" presName="thickLine" presStyleLbl="alignNode1" presStyleIdx="4" presStyleCnt="7"/>
      <dgm:spPr/>
    </dgm:pt>
    <dgm:pt modelId="{D62CF0D5-A0A9-49F6-A91A-7E877C6F2264}" type="pres">
      <dgm:prSet presAssocID="{D35EAAFA-9225-4D23-B66F-799ADB7025BE}" presName="horz1" presStyleCnt="0"/>
      <dgm:spPr/>
    </dgm:pt>
    <dgm:pt modelId="{84631909-AF43-42AF-B002-C14709173641}" type="pres">
      <dgm:prSet presAssocID="{D35EAAFA-9225-4D23-B66F-799ADB7025BE}" presName="tx1" presStyleLbl="revTx" presStyleIdx="4" presStyleCnt="7"/>
      <dgm:spPr/>
    </dgm:pt>
    <dgm:pt modelId="{336A7454-CB1A-45A1-87C7-2143BF6F052C}" type="pres">
      <dgm:prSet presAssocID="{D35EAAFA-9225-4D23-B66F-799ADB7025BE}" presName="vert1" presStyleCnt="0"/>
      <dgm:spPr/>
    </dgm:pt>
    <dgm:pt modelId="{BC680A2E-F370-4A4C-9AD8-40B52D0A237B}" type="pres">
      <dgm:prSet presAssocID="{F4757BA0-FEEC-4D1C-8D4D-B28069E7784C}" presName="thickLine" presStyleLbl="alignNode1" presStyleIdx="5" presStyleCnt="7"/>
      <dgm:spPr/>
    </dgm:pt>
    <dgm:pt modelId="{9C450655-60EC-4866-A436-7D604D7225EC}" type="pres">
      <dgm:prSet presAssocID="{F4757BA0-FEEC-4D1C-8D4D-B28069E7784C}" presName="horz1" presStyleCnt="0"/>
      <dgm:spPr/>
    </dgm:pt>
    <dgm:pt modelId="{84FD2BCF-F415-4EF0-8619-DC8A6D3504CE}" type="pres">
      <dgm:prSet presAssocID="{F4757BA0-FEEC-4D1C-8D4D-B28069E7784C}" presName="tx1" presStyleLbl="revTx" presStyleIdx="5" presStyleCnt="7"/>
      <dgm:spPr/>
    </dgm:pt>
    <dgm:pt modelId="{6675A5A4-B9C4-4E3F-938B-8FB8F5624616}" type="pres">
      <dgm:prSet presAssocID="{F4757BA0-FEEC-4D1C-8D4D-B28069E7784C}" presName="vert1" presStyleCnt="0"/>
      <dgm:spPr/>
    </dgm:pt>
    <dgm:pt modelId="{7FF73334-88E0-40AE-828E-39F022AF2807}" type="pres">
      <dgm:prSet presAssocID="{09601C21-6987-4FE0-AE79-0ABAC8CDEA5E}" presName="thickLine" presStyleLbl="alignNode1" presStyleIdx="6" presStyleCnt="7"/>
      <dgm:spPr/>
    </dgm:pt>
    <dgm:pt modelId="{633768E1-3366-4755-A154-EC0B059325F4}" type="pres">
      <dgm:prSet presAssocID="{09601C21-6987-4FE0-AE79-0ABAC8CDEA5E}" presName="horz1" presStyleCnt="0"/>
      <dgm:spPr/>
    </dgm:pt>
    <dgm:pt modelId="{A24C81A1-2554-4424-B33A-497ABD3CCA0B}" type="pres">
      <dgm:prSet presAssocID="{09601C21-6987-4FE0-AE79-0ABAC8CDEA5E}" presName="tx1" presStyleLbl="revTx" presStyleIdx="6" presStyleCnt="7"/>
      <dgm:spPr/>
    </dgm:pt>
    <dgm:pt modelId="{E490EAC7-75C4-45C9-BB3D-2DDBB5F9B844}" type="pres">
      <dgm:prSet presAssocID="{09601C21-6987-4FE0-AE79-0ABAC8CDEA5E}" presName="vert1" presStyleCnt="0"/>
      <dgm:spPr/>
    </dgm:pt>
  </dgm:ptLst>
  <dgm:cxnLst>
    <dgm:cxn modelId="{35EB4B2F-E940-423C-B00F-0C3AC6349636}" srcId="{FAD9611F-86AC-4C1C-8C6F-061D3CC90EB6}" destId="{1B4BE395-108E-4353-BFB2-5EA9DE913523}" srcOrd="3" destOrd="0" parTransId="{27A1D868-3B2D-4092-A9FB-77B86A7690E8}" sibTransId="{3209FF23-65FC-4CA6-962B-CE65CA08C5A7}"/>
    <dgm:cxn modelId="{46A4503A-4977-40AC-8EB0-BE726B998169}" srcId="{FAD9611F-86AC-4C1C-8C6F-061D3CC90EB6}" destId="{F4757BA0-FEEC-4D1C-8D4D-B28069E7784C}" srcOrd="5" destOrd="0" parTransId="{E106E9D4-C2D8-46BA-933E-DEDE5EDB4E90}" sibTransId="{A23558A5-2EAD-46A8-82DF-EFFBBEE60FCD}"/>
    <dgm:cxn modelId="{3702CD3C-70B2-4571-8A5C-182125DF42DA}" type="presOf" srcId="{1B4BE395-108E-4353-BFB2-5EA9DE913523}" destId="{132B369A-C97E-4073-AD7A-85583E67D481}" srcOrd="0" destOrd="0" presId="urn:microsoft.com/office/officeart/2008/layout/LinedList"/>
    <dgm:cxn modelId="{0F22B350-3897-46C5-83CB-6E306E367AF3}" type="presOf" srcId="{CEC82084-7DF3-4878-A70E-22F0787ACBD5}" destId="{80133601-82E6-4D1E-B2DE-2C1772CBEFA7}" srcOrd="0" destOrd="0" presId="urn:microsoft.com/office/officeart/2008/layout/LinedList"/>
    <dgm:cxn modelId="{E216A271-0E1F-48F4-991C-A58EC9939C24}" type="presOf" srcId="{09601C21-6987-4FE0-AE79-0ABAC8CDEA5E}" destId="{A24C81A1-2554-4424-B33A-497ABD3CCA0B}" srcOrd="0" destOrd="0" presId="urn:microsoft.com/office/officeart/2008/layout/LinedList"/>
    <dgm:cxn modelId="{69D84C57-1EB4-4F59-864D-27A419F6E31F}" type="presOf" srcId="{F4757BA0-FEEC-4D1C-8D4D-B28069E7784C}" destId="{84FD2BCF-F415-4EF0-8619-DC8A6D3504CE}" srcOrd="0" destOrd="0" presId="urn:microsoft.com/office/officeart/2008/layout/LinedList"/>
    <dgm:cxn modelId="{155C5A81-D40F-48D1-82F5-4AD1373AEBCE}" type="presOf" srcId="{FAD9611F-86AC-4C1C-8C6F-061D3CC90EB6}" destId="{2A128A49-BF5F-433E-B3E1-0BF9C9614EF4}" srcOrd="0" destOrd="0" presId="urn:microsoft.com/office/officeart/2008/layout/LinedList"/>
    <dgm:cxn modelId="{9440AE95-1372-465B-AD65-FFF08C34AECF}" srcId="{FAD9611F-86AC-4C1C-8C6F-061D3CC90EB6}" destId="{CEC82084-7DF3-4878-A70E-22F0787ACBD5}" srcOrd="1" destOrd="0" parTransId="{CE2EBE23-1120-436B-ABAD-5A2F616210C4}" sibTransId="{CBF67BC6-FB56-4E3D-92A9-D80032F4609D}"/>
    <dgm:cxn modelId="{D9F1DB9F-493C-4C20-85B2-D6EE4972EAD4}" type="presOf" srcId="{6F528EC0-9593-490C-A13B-5CA8C94B89EC}" destId="{D2B87F0D-DAA1-42F0-B69B-ACA734609701}" srcOrd="0" destOrd="0" presId="urn:microsoft.com/office/officeart/2008/layout/LinedList"/>
    <dgm:cxn modelId="{170E26A0-0FE9-4FDA-B20D-780EEC68A8D9}" srcId="{FAD9611F-86AC-4C1C-8C6F-061D3CC90EB6}" destId="{09601C21-6987-4FE0-AE79-0ABAC8CDEA5E}" srcOrd="6" destOrd="0" parTransId="{FB77DA0E-CD89-4830-94C0-31A7F2349C31}" sibTransId="{439E5A24-AD8F-450D-81A4-5E924530B5B7}"/>
    <dgm:cxn modelId="{E9D0C6A7-6A74-4D00-AC5E-3A7915121AD4}" srcId="{FAD9611F-86AC-4C1C-8C6F-061D3CC90EB6}" destId="{6F528EC0-9593-490C-A13B-5CA8C94B89EC}" srcOrd="0" destOrd="0" parTransId="{DFF6209A-B0E5-4D4D-8D00-278700BBCDB6}" sibTransId="{275BA355-AC4B-4516-8EF0-F9D0AA0D17AC}"/>
    <dgm:cxn modelId="{BF4015B2-C288-4674-8DF1-246212148B88}" srcId="{FAD9611F-86AC-4C1C-8C6F-061D3CC90EB6}" destId="{D35EAAFA-9225-4D23-B66F-799ADB7025BE}" srcOrd="4" destOrd="0" parTransId="{635D2BA9-B089-4B71-B28E-2EC2EF3C1C78}" sibTransId="{828548EE-C6F5-4968-B79D-EC6CC4293872}"/>
    <dgm:cxn modelId="{4C2995EF-99DF-4AC7-8456-5FA34593EAF7}" type="presOf" srcId="{356350B0-A439-4BB2-B822-D594B86A0966}" destId="{7E4E285A-0DAB-44E1-8D64-22700A3C5803}" srcOrd="0" destOrd="0" presId="urn:microsoft.com/office/officeart/2008/layout/LinedList"/>
    <dgm:cxn modelId="{83775DF6-AB1F-465A-939A-055C1CB98DED}" type="presOf" srcId="{D35EAAFA-9225-4D23-B66F-799ADB7025BE}" destId="{84631909-AF43-42AF-B002-C14709173641}" srcOrd="0" destOrd="0" presId="urn:microsoft.com/office/officeart/2008/layout/LinedList"/>
    <dgm:cxn modelId="{87D6D7FC-5695-4DD7-8548-83B1C56F706F}" srcId="{FAD9611F-86AC-4C1C-8C6F-061D3CC90EB6}" destId="{356350B0-A439-4BB2-B822-D594B86A0966}" srcOrd="2" destOrd="0" parTransId="{59A90155-753D-4498-A827-FF811886A152}" sibTransId="{A157CE7E-3094-4F0A-98CD-CDBDAD885F8E}"/>
    <dgm:cxn modelId="{0587CB90-7927-4C0F-8396-5628DF938E09}" type="presParOf" srcId="{2A128A49-BF5F-433E-B3E1-0BF9C9614EF4}" destId="{E69631CF-640C-47DC-8671-BDFA6DC8258E}" srcOrd="0" destOrd="0" presId="urn:microsoft.com/office/officeart/2008/layout/LinedList"/>
    <dgm:cxn modelId="{F6D35A42-E3D0-4388-B7A6-1DC5D9FBCEF5}" type="presParOf" srcId="{2A128A49-BF5F-433E-B3E1-0BF9C9614EF4}" destId="{51E88ED3-4D65-41C6-B7FE-BD7181B10745}" srcOrd="1" destOrd="0" presId="urn:microsoft.com/office/officeart/2008/layout/LinedList"/>
    <dgm:cxn modelId="{049A8EF0-D3B4-4AD4-9A7B-45E4CA0EFFF4}" type="presParOf" srcId="{51E88ED3-4D65-41C6-B7FE-BD7181B10745}" destId="{D2B87F0D-DAA1-42F0-B69B-ACA734609701}" srcOrd="0" destOrd="0" presId="urn:microsoft.com/office/officeart/2008/layout/LinedList"/>
    <dgm:cxn modelId="{DF768FC8-049F-4885-A5A5-5748A5A4B91A}" type="presParOf" srcId="{51E88ED3-4D65-41C6-B7FE-BD7181B10745}" destId="{A6CA7AC5-505A-47AF-A089-2389DEACF48A}" srcOrd="1" destOrd="0" presId="urn:microsoft.com/office/officeart/2008/layout/LinedList"/>
    <dgm:cxn modelId="{C453B197-0531-4B02-9DB2-EC6F17EDA87E}" type="presParOf" srcId="{2A128A49-BF5F-433E-B3E1-0BF9C9614EF4}" destId="{D2A02772-302E-4241-8851-64EE69532745}" srcOrd="2" destOrd="0" presId="urn:microsoft.com/office/officeart/2008/layout/LinedList"/>
    <dgm:cxn modelId="{CF34561B-4751-41EA-9378-43A736B39D2F}" type="presParOf" srcId="{2A128A49-BF5F-433E-B3E1-0BF9C9614EF4}" destId="{D3D37AFF-5F07-4126-ACBF-568C84378310}" srcOrd="3" destOrd="0" presId="urn:microsoft.com/office/officeart/2008/layout/LinedList"/>
    <dgm:cxn modelId="{B78034F9-D570-4805-8376-28256367831B}" type="presParOf" srcId="{D3D37AFF-5F07-4126-ACBF-568C84378310}" destId="{80133601-82E6-4D1E-B2DE-2C1772CBEFA7}" srcOrd="0" destOrd="0" presId="urn:microsoft.com/office/officeart/2008/layout/LinedList"/>
    <dgm:cxn modelId="{8F33179C-6685-48AA-8199-1685BB1851A5}" type="presParOf" srcId="{D3D37AFF-5F07-4126-ACBF-568C84378310}" destId="{7CF4EA32-8BC8-40A6-8BCB-6054356308EC}" srcOrd="1" destOrd="0" presId="urn:microsoft.com/office/officeart/2008/layout/LinedList"/>
    <dgm:cxn modelId="{EA308FE2-0188-4E70-B753-B37C3C2B66E9}" type="presParOf" srcId="{2A128A49-BF5F-433E-B3E1-0BF9C9614EF4}" destId="{D59C17F6-2BF8-4EEF-A723-9BDD52E5333F}" srcOrd="4" destOrd="0" presId="urn:microsoft.com/office/officeart/2008/layout/LinedList"/>
    <dgm:cxn modelId="{E9DC6C51-8590-43BC-AFD2-665F3A7B8BD0}" type="presParOf" srcId="{2A128A49-BF5F-433E-B3E1-0BF9C9614EF4}" destId="{92B1D5D2-CE60-48ED-A7A6-32F0FD63951E}" srcOrd="5" destOrd="0" presId="urn:microsoft.com/office/officeart/2008/layout/LinedList"/>
    <dgm:cxn modelId="{C3F53DB1-6097-46C8-B127-EC837904F9D9}" type="presParOf" srcId="{92B1D5D2-CE60-48ED-A7A6-32F0FD63951E}" destId="{7E4E285A-0DAB-44E1-8D64-22700A3C5803}" srcOrd="0" destOrd="0" presId="urn:microsoft.com/office/officeart/2008/layout/LinedList"/>
    <dgm:cxn modelId="{2BB181B6-BA8D-4B09-AC32-1085E7144E6F}" type="presParOf" srcId="{92B1D5D2-CE60-48ED-A7A6-32F0FD63951E}" destId="{4FFEEF37-E1B6-4A97-A71D-37282C907543}" srcOrd="1" destOrd="0" presId="urn:microsoft.com/office/officeart/2008/layout/LinedList"/>
    <dgm:cxn modelId="{DA741045-ED84-4441-969B-ACA714559F0B}" type="presParOf" srcId="{2A128A49-BF5F-433E-B3E1-0BF9C9614EF4}" destId="{A957F863-8A22-4AC3-851D-0E641E42E3A9}" srcOrd="6" destOrd="0" presId="urn:microsoft.com/office/officeart/2008/layout/LinedList"/>
    <dgm:cxn modelId="{6D44EA08-B75D-4B72-A8DF-7E3D239900F2}" type="presParOf" srcId="{2A128A49-BF5F-433E-B3E1-0BF9C9614EF4}" destId="{B02C73E8-B34C-4DC9-A04C-284B0EBAE97B}" srcOrd="7" destOrd="0" presId="urn:microsoft.com/office/officeart/2008/layout/LinedList"/>
    <dgm:cxn modelId="{4F82741B-5A16-46C7-A0A3-CF16A237052D}" type="presParOf" srcId="{B02C73E8-B34C-4DC9-A04C-284B0EBAE97B}" destId="{132B369A-C97E-4073-AD7A-85583E67D481}" srcOrd="0" destOrd="0" presId="urn:microsoft.com/office/officeart/2008/layout/LinedList"/>
    <dgm:cxn modelId="{F79DCBCF-471D-47E3-A67F-D7BCC9534DA8}" type="presParOf" srcId="{B02C73E8-B34C-4DC9-A04C-284B0EBAE97B}" destId="{FE73F81F-0865-42DB-B8A6-9371E697D8FD}" srcOrd="1" destOrd="0" presId="urn:microsoft.com/office/officeart/2008/layout/LinedList"/>
    <dgm:cxn modelId="{861D23A0-52C2-49E0-8290-475C27EEC955}" type="presParOf" srcId="{2A128A49-BF5F-433E-B3E1-0BF9C9614EF4}" destId="{668AEED9-5383-4E45-AA51-B04127F8EC3F}" srcOrd="8" destOrd="0" presId="urn:microsoft.com/office/officeart/2008/layout/LinedList"/>
    <dgm:cxn modelId="{C65F097F-101A-49EC-B60A-8328C457889F}" type="presParOf" srcId="{2A128A49-BF5F-433E-B3E1-0BF9C9614EF4}" destId="{D62CF0D5-A0A9-49F6-A91A-7E877C6F2264}" srcOrd="9" destOrd="0" presId="urn:microsoft.com/office/officeart/2008/layout/LinedList"/>
    <dgm:cxn modelId="{F0976CBC-73EF-46BE-9F76-B2E4ED1ABA35}" type="presParOf" srcId="{D62CF0D5-A0A9-49F6-A91A-7E877C6F2264}" destId="{84631909-AF43-42AF-B002-C14709173641}" srcOrd="0" destOrd="0" presId="urn:microsoft.com/office/officeart/2008/layout/LinedList"/>
    <dgm:cxn modelId="{71C4B3E9-747B-46FF-B712-FDEE392BE5C6}" type="presParOf" srcId="{D62CF0D5-A0A9-49F6-A91A-7E877C6F2264}" destId="{336A7454-CB1A-45A1-87C7-2143BF6F052C}" srcOrd="1" destOrd="0" presId="urn:microsoft.com/office/officeart/2008/layout/LinedList"/>
    <dgm:cxn modelId="{B3E7ABD2-5B71-42B8-A392-32B6377D452E}" type="presParOf" srcId="{2A128A49-BF5F-433E-B3E1-0BF9C9614EF4}" destId="{BC680A2E-F370-4A4C-9AD8-40B52D0A237B}" srcOrd="10" destOrd="0" presId="urn:microsoft.com/office/officeart/2008/layout/LinedList"/>
    <dgm:cxn modelId="{9CE965FD-EDEF-4EBF-92D7-7B895E8EBBE6}" type="presParOf" srcId="{2A128A49-BF5F-433E-B3E1-0BF9C9614EF4}" destId="{9C450655-60EC-4866-A436-7D604D7225EC}" srcOrd="11" destOrd="0" presId="urn:microsoft.com/office/officeart/2008/layout/LinedList"/>
    <dgm:cxn modelId="{19ED9A3B-FEC2-4894-AB54-62979EB93A7A}" type="presParOf" srcId="{9C450655-60EC-4866-A436-7D604D7225EC}" destId="{84FD2BCF-F415-4EF0-8619-DC8A6D3504CE}" srcOrd="0" destOrd="0" presId="urn:microsoft.com/office/officeart/2008/layout/LinedList"/>
    <dgm:cxn modelId="{58F6618B-E2F9-43C3-94DB-F3620FB71E63}" type="presParOf" srcId="{9C450655-60EC-4866-A436-7D604D7225EC}" destId="{6675A5A4-B9C4-4E3F-938B-8FB8F5624616}" srcOrd="1" destOrd="0" presId="urn:microsoft.com/office/officeart/2008/layout/LinedList"/>
    <dgm:cxn modelId="{BD6B537A-6BFA-4724-85A9-B294119D5D2B}" type="presParOf" srcId="{2A128A49-BF5F-433E-B3E1-0BF9C9614EF4}" destId="{7FF73334-88E0-40AE-828E-39F022AF2807}" srcOrd="12" destOrd="0" presId="urn:microsoft.com/office/officeart/2008/layout/LinedList"/>
    <dgm:cxn modelId="{E320526A-8723-47A5-A313-4BCD11EB96C5}" type="presParOf" srcId="{2A128A49-BF5F-433E-B3E1-0BF9C9614EF4}" destId="{633768E1-3366-4755-A154-EC0B059325F4}" srcOrd="13" destOrd="0" presId="urn:microsoft.com/office/officeart/2008/layout/LinedList"/>
    <dgm:cxn modelId="{6CADB62F-D513-4289-811C-C9E0B9DA0EBE}" type="presParOf" srcId="{633768E1-3366-4755-A154-EC0B059325F4}" destId="{A24C81A1-2554-4424-B33A-497ABD3CCA0B}" srcOrd="0" destOrd="0" presId="urn:microsoft.com/office/officeart/2008/layout/LinedList"/>
    <dgm:cxn modelId="{897E0729-A22A-4565-84B7-9F9AF0767BBD}" type="presParOf" srcId="{633768E1-3366-4755-A154-EC0B059325F4}" destId="{E490EAC7-75C4-45C9-BB3D-2DDBB5F9B84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798E13-CA10-49A8-B2F1-8EFAC9DFAC35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42EEE05-61CE-4F9A-AA64-597797CE46C5}">
      <dgm:prSet/>
      <dgm:spPr/>
      <dgm:t>
        <a:bodyPr/>
        <a:lstStyle/>
        <a:p>
          <a:r>
            <a:rPr lang="en-US"/>
            <a:t>Hardware </a:t>
          </a:r>
        </a:p>
      </dgm:t>
    </dgm:pt>
    <dgm:pt modelId="{1B43B0D2-6287-4D01-8548-C8969C028DCB}" type="parTrans" cxnId="{C9CB8C34-ED65-4708-BF52-04CC407F0E2B}">
      <dgm:prSet/>
      <dgm:spPr/>
      <dgm:t>
        <a:bodyPr/>
        <a:lstStyle/>
        <a:p>
          <a:endParaRPr lang="en-US"/>
        </a:p>
      </dgm:t>
    </dgm:pt>
    <dgm:pt modelId="{DDAAFE30-0E18-4155-B848-BFE5039A7840}" type="sibTrans" cxnId="{C9CB8C34-ED65-4708-BF52-04CC407F0E2B}">
      <dgm:prSet/>
      <dgm:spPr/>
      <dgm:t>
        <a:bodyPr/>
        <a:lstStyle/>
        <a:p>
          <a:endParaRPr lang="en-US"/>
        </a:p>
      </dgm:t>
    </dgm:pt>
    <dgm:pt modelId="{FE770812-AE8E-49FB-AAB2-656DE474C1F7}">
      <dgm:prSet/>
      <dgm:spPr/>
      <dgm:t>
        <a:bodyPr/>
        <a:lstStyle/>
        <a:p>
          <a:r>
            <a:rPr lang="en-US"/>
            <a:t>Software</a:t>
          </a:r>
        </a:p>
      </dgm:t>
    </dgm:pt>
    <dgm:pt modelId="{AECEE33D-94D5-4E2F-B163-7C0FEDD779B0}" type="parTrans" cxnId="{C30A0E0B-2BD0-431F-AD83-FA37B9A2DDA1}">
      <dgm:prSet/>
      <dgm:spPr/>
      <dgm:t>
        <a:bodyPr/>
        <a:lstStyle/>
        <a:p>
          <a:endParaRPr lang="en-US"/>
        </a:p>
      </dgm:t>
    </dgm:pt>
    <dgm:pt modelId="{A909E381-EA11-43EE-8734-5CE574D791A9}" type="sibTrans" cxnId="{C30A0E0B-2BD0-431F-AD83-FA37B9A2DDA1}">
      <dgm:prSet/>
      <dgm:spPr/>
      <dgm:t>
        <a:bodyPr/>
        <a:lstStyle/>
        <a:p>
          <a:endParaRPr lang="en-US"/>
        </a:p>
      </dgm:t>
    </dgm:pt>
    <dgm:pt modelId="{979D09B5-3058-4BFD-A423-D8D7E9338B6C}">
      <dgm:prSet/>
      <dgm:spPr/>
      <dgm:t>
        <a:bodyPr/>
        <a:lstStyle/>
        <a:p>
          <a:r>
            <a:rPr lang="en-US"/>
            <a:t>Data</a:t>
          </a:r>
        </a:p>
      </dgm:t>
    </dgm:pt>
    <dgm:pt modelId="{17085E88-C875-47B1-A4EA-D0A4F74B4BB1}" type="parTrans" cxnId="{0A76C894-59C1-4077-A9F2-9236AD53E5D0}">
      <dgm:prSet/>
      <dgm:spPr/>
      <dgm:t>
        <a:bodyPr/>
        <a:lstStyle/>
        <a:p>
          <a:endParaRPr lang="en-US"/>
        </a:p>
      </dgm:t>
    </dgm:pt>
    <dgm:pt modelId="{326B8804-29CE-4C5C-952D-EF0C993B35E7}" type="sibTrans" cxnId="{0A76C894-59C1-4077-A9F2-9236AD53E5D0}">
      <dgm:prSet/>
      <dgm:spPr/>
      <dgm:t>
        <a:bodyPr/>
        <a:lstStyle/>
        <a:p>
          <a:endParaRPr lang="en-US"/>
        </a:p>
      </dgm:t>
    </dgm:pt>
    <dgm:pt modelId="{129B5AA6-DEBF-4686-9E4C-A7992519564B}">
      <dgm:prSet/>
      <dgm:spPr/>
      <dgm:t>
        <a:bodyPr/>
        <a:lstStyle/>
        <a:p>
          <a:r>
            <a:rPr lang="en-US"/>
            <a:t>Users</a:t>
          </a:r>
        </a:p>
      </dgm:t>
    </dgm:pt>
    <dgm:pt modelId="{05F6B416-1620-4705-8CF2-0E18DBC4C976}" type="parTrans" cxnId="{B79A4F4A-69D9-4643-8A3F-0772FADF73AE}">
      <dgm:prSet/>
      <dgm:spPr/>
      <dgm:t>
        <a:bodyPr/>
        <a:lstStyle/>
        <a:p>
          <a:endParaRPr lang="en-US"/>
        </a:p>
      </dgm:t>
    </dgm:pt>
    <dgm:pt modelId="{B90C7E4D-F854-4870-AA5A-B80BF7B699B9}" type="sibTrans" cxnId="{B79A4F4A-69D9-4643-8A3F-0772FADF73AE}">
      <dgm:prSet/>
      <dgm:spPr/>
      <dgm:t>
        <a:bodyPr/>
        <a:lstStyle/>
        <a:p>
          <a:endParaRPr lang="en-US"/>
        </a:p>
      </dgm:t>
    </dgm:pt>
    <dgm:pt modelId="{B30B2AF3-EA07-406D-8AA1-EC7A6B1A75DF}">
      <dgm:prSet/>
      <dgm:spPr/>
      <dgm:t>
        <a:bodyPr/>
        <a:lstStyle/>
        <a:p>
          <a:r>
            <a:rPr lang="en-US"/>
            <a:t>Procedures</a:t>
          </a:r>
        </a:p>
      </dgm:t>
    </dgm:pt>
    <dgm:pt modelId="{DBAAFB6F-04F1-4171-AD7D-937EDAB4DC60}" type="parTrans" cxnId="{244499A2-D654-4D64-AF65-CEA395972920}">
      <dgm:prSet/>
      <dgm:spPr/>
      <dgm:t>
        <a:bodyPr/>
        <a:lstStyle/>
        <a:p>
          <a:endParaRPr lang="en-US"/>
        </a:p>
      </dgm:t>
    </dgm:pt>
    <dgm:pt modelId="{0490674F-687E-4A4D-BB25-61CFC025774C}" type="sibTrans" cxnId="{244499A2-D654-4D64-AF65-CEA395972920}">
      <dgm:prSet/>
      <dgm:spPr/>
      <dgm:t>
        <a:bodyPr/>
        <a:lstStyle/>
        <a:p>
          <a:endParaRPr lang="en-US"/>
        </a:p>
      </dgm:t>
    </dgm:pt>
    <dgm:pt modelId="{2EDCDE3D-AE5F-4B4B-AD2E-FA509F1DCB01}" type="pres">
      <dgm:prSet presAssocID="{C4798E13-CA10-49A8-B2F1-8EFAC9DFAC35}" presName="linear" presStyleCnt="0">
        <dgm:presLayoutVars>
          <dgm:dir/>
          <dgm:animLvl val="lvl"/>
          <dgm:resizeHandles val="exact"/>
        </dgm:presLayoutVars>
      </dgm:prSet>
      <dgm:spPr/>
    </dgm:pt>
    <dgm:pt modelId="{2BAE024C-8CED-4B63-8B6E-8932A9122F4C}" type="pres">
      <dgm:prSet presAssocID="{442EEE05-61CE-4F9A-AA64-597797CE46C5}" presName="parentLin" presStyleCnt="0"/>
      <dgm:spPr/>
    </dgm:pt>
    <dgm:pt modelId="{B7483A28-0AE6-479E-A667-4FC7B6807D2E}" type="pres">
      <dgm:prSet presAssocID="{442EEE05-61CE-4F9A-AA64-597797CE46C5}" presName="parentLeftMargin" presStyleLbl="node1" presStyleIdx="0" presStyleCnt="5"/>
      <dgm:spPr/>
    </dgm:pt>
    <dgm:pt modelId="{EC0ADDE2-A1EB-41EF-8A80-26D94EE86B4D}" type="pres">
      <dgm:prSet presAssocID="{442EEE05-61CE-4F9A-AA64-597797CE46C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02E069D-5C10-4407-B750-C464A8F60C03}" type="pres">
      <dgm:prSet presAssocID="{442EEE05-61CE-4F9A-AA64-597797CE46C5}" presName="negativeSpace" presStyleCnt="0"/>
      <dgm:spPr/>
    </dgm:pt>
    <dgm:pt modelId="{AA8B274B-DCA3-4C9F-AB0C-E8182D891498}" type="pres">
      <dgm:prSet presAssocID="{442EEE05-61CE-4F9A-AA64-597797CE46C5}" presName="childText" presStyleLbl="conFgAcc1" presStyleIdx="0" presStyleCnt="5">
        <dgm:presLayoutVars>
          <dgm:bulletEnabled val="1"/>
        </dgm:presLayoutVars>
      </dgm:prSet>
      <dgm:spPr/>
    </dgm:pt>
    <dgm:pt modelId="{AADED8F6-8C1C-40C1-A2FA-7D0E77F21394}" type="pres">
      <dgm:prSet presAssocID="{DDAAFE30-0E18-4155-B848-BFE5039A7840}" presName="spaceBetweenRectangles" presStyleCnt="0"/>
      <dgm:spPr/>
    </dgm:pt>
    <dgm:pt modelId="{8066B025-56DB-489F-A981-A51BAC1F0921}" type="pres">
      <dgm:prSet presAssocID="{FE770812-AE8E-49FB-AAB2-656DE474C1F7}" presName="parentLin" presStyleCnt="0"/>
      <dgm:spPr/>
    </dgm:pt>
    <dgm:pt modelId="{C3A3B7DF-DAFB-42E8-B6D0-AAA9425288F4}" type="pres">
      <dgm:prSet presAssocID="{FE770812-AE8E-49FB-AAB2-656DE474C1F7}" presName="parentLeftMargin" presStyleLbl="node1" presStyleIdx="0" presStyleCnt="5"/>
      <dgm:spPr/>
    </dgm:pt>
    <dgm:pt modelId="{D6E46DB9-0ED5-469A-AEE9-5EA3BE4A2E67}" type="pres">
      <dgm:prSet presAssocID="{FE770812-AE8E-49FB-AAB2-656DE474C1F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9AB8C93-B9B4-47B2-B90C-048B87719A7E}" type="pres">
      <dgm:prSet presAssocID="{FE770812-AE8E-49FB-AAB2-656DE474C1F7}" presName="negativeSpace" presStyleCnt="0"/>
      <dgm:spPr/>
    </dgm:pt>
    <dgm:pt modelId="{2BF56913-4009-4267-B055-CE4F43189F79}" type="pres">
      <dgm:prSet presAssocID="{FE770812-AE8E-49FB-AAB2-656DE474C1F7}" presName="childText" presStyleLbl="conFgAcc1" presStyleIdx="1" presStyleCnt="5">
        <dgm:presLayoutVars>
          <dgm:bulletEnabled val="1"/>
        </dgm:presLayoutVars>
      </dgm:prSet>
      <dgm:spPr/>
    </dgm:pt>
    <dgm:pt modelId="{85932198-2C06-4EA9-8F7B-759C21E4688E}" type="pres">
      <dgm:prSet presAssocID="{A909E381-EA11-43EE-8734-5CE574D791A9}" presName="spaceBetweenRectangles" presStyleCnt="0"/>
      <dgm:spPr/>
    </dgm:pt>
    <dgm:pt modelId="{0A0EAC28-7C75-4CBD-84A0-5F6F14F7A20F}" type="pres">
      <dgm:prSet presAssocID="{979D09B5-3058-4BFD-A423-D8D7E9338B6C}" presName="parentLin" presStyleCnt="0"/>
      <dgm:spPr/>
    </dgm:pt>
    <dgm:pt modelId="{4E290D5F-670E-4441-A7D6-BB554C5B72DC}" type="pres">
      <dgm:prSet presAssocID="{979D09B5-3058-4BFD-A423-D8D7E9338B6C}" presName="parentLeftMargin" presStyleLbl="node1" presStyleIdx="1" presStyleCnt="5"/>
      <dgm:spPr/>
    </dgm:pt>
    <dgm:pt modelId="{2B831DA1-2789-4451-925B-D5C706C918EF}" type="pres">
      <dgm:prSet presAssocID="{979D09B5-3058-4BFD-A423-D8D7E9338B6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CB34916-E6CB-47AC-A537-9511960A0760}" type="pres">
      <dgm:prSet presAssocID="{979D09B5-3058-4BFD-A423-D8D7E9338B6C}" presName="negativeSpace" presStyleCnt="0"/>
      <dgm:spPr/>
    </dgm:pt>
    <dgm:pt modelId="{3BFFCC58-4ABD-4128-A06E-9393332CB166}" type="pres">
      <dgm:prSet presAssocID="{979D09B5-3058-4BFD-A423-D8D7E9338B6C}" presName="childText" presStyleLbl="conFgAcc1" presStyleIdx="2" presStyleCnt="5">
        <dgm:presLayoutVars>
          <dgm:bulletEnabled val="1"/>
        </dgm:presLayoutVars>
      </dgm:prSet>
      <dgm:spPr/>
    </dgm:pt>
    <dgm:pt modelId="{39755FB0-EAE3-4DED-8D12-46A09107A762}" type="pres">
      <dgm:prSet presAssocID="{326B8804-29CE-4C5C-952D-EF0C993B35E7}" presName="spaceBetweenRectangles" presStyleCnt="0"/>
      <dgm:spPr/>
    </dgm:pt>
    <dgm:pt modelId="{1F6BBC18-595A-4F74-BF47-9FAA969F8110}" type="pres">
      <dgm:prSet presAssocID="{129B5AA6-DEBF-4686-9E4C-A7992519564B}" presName="parentLin" presStyleCnt="0"/>
      <dgm:spPr/>
    </dgm:pt>
    <dgm:pt modelId="{6D6DC5AA-215C-4079-93C1-CD1F7F3987DA}" type="pres">
      <dgm:prSet presAssocID="{129B5AA6-DEBF-4686-9E4C-A7992519564B}" presName="parentLeftMargin" presStyleLbl="node1" presStyleIdx="2" presStyleCnt="5"/>
      <dgm:spPr/>
    </dgm:pt>
    <dgm:pt modelId="{8ABF3036-A7FD-4B96-9BF9-7172EBB32538}" type="pres">
      <dgm:prSet presAssocID="{129B5AA6-DEBF-4686-9E4C-A7992519564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88F3068-F700-47EC-A927-6DDF3CD3B466}" type="pres">
      <dgm:prSet presAssocID="{129B5AA6-DEBF-4686-9E4C-A7992519564B}" presName="negativeSpace" presStyleCnt="0"/>
      <dgm:spPr/>
    </dgm:pt>
    <dgm:pt modelId="{87291297-2095-45D6-A1FD-7E5EDCD4C8A5}" type="pres">
      <dgm:prSet presAssocID="{129B5AA6-DEBF-4686-9E4C-A7992519564B}" presName="childText" presStyleLbl="conFgAcc1" presStyleIdx="3" presStyleCnt="5">
        <dgm:presLayoutVars>
          <dgm:bulletEnabled val="1"/>
        </dgm:presLayoutVars>
      </dgm:prSet>
      <dgm:spPr/>
    </dgm:pt>
    <dgm:pt modelId="{33EFFD60-5C3C-4469-8431-259C04B8A66B}" type="pres">
      <dgm:prSet presAssocID="{B90C7E4D-F854-4870-AA5A-B80BF7B699B9}" presName="spaceBetweenRectangles" presStyleCnt="0"/>
      <dgm:spPr/>
    </dgm:pt>
    <dgm:pt modelId="{5DB8789E-8321-484B-9DCF-3F106E15C981}" type="pres">
      <dgm:prSet presAssocID="{B30B2AF3-EA07-406D-8AA1-EC7A6B1A75DF}" presName="parentLin" presStyleCnt="0"/>
      <dgm:spPr/>
    </dgm:pt>
    <dgm:pt modelId="{B7802C9D-13E3-43AF-B396-71256327DED5}" type="pres">
      <dgm:prSet presAssocID="{B30B2AF3-EA07-406D-8AA1-EC7A6B1A75DF}" presName="parentLeftMargin" presStyleLbl="node1" presStyleIdx="3" presStyleCnt="5"/>
      <dgm:spPr/>
    </dgm:pt>
    <dgm:pt modelId="{F5A1D2BF-76D4-43A1-9113-91C2F94B6607}" type="pres">
      <dgm:prSet presAssocID="{B30B2AF3-EA07-406D-8AA1-EC7A6B1A75D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594CAEF-9CC3-4DE1-B62A-66EC6D66FF65}" type="pres">
      <dgm:prSet presAssocID="{B30B2AF3-EA07-406D-8AA1-EC7A6B1A75DF}" presName="negativeSpace" presStyleCnt="0"/>
      <dgm:spPr/>
    </dgm:pt>
    <dgm:pt modelId="{8C6EBB66-F064-49D2-BE16-37E31A76FF4E}" type="pres">
      <dgm:prSet presAssocID="{B30B2AF3-EA07-406D-8AA1-EC7A6B1A75D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30A0E0B-2BD0-431F-AD83-FA37B9A2DDA1}" srcId="{C4798E13-CA10-49A8-B2F1-8EFAC9DFAC35}" destId="{FE770812-AE8E-49FB-AAB2-656DE474C1F7}" srcOrd="1" destOrd="0" parTransId="{AECEE33D-94D5-4E2F-B163-7C0FEDD779B0}" sibTransId="{A909E381-EA11-43EE-8734-5CE574D791A9}"/>
    <dgm:cxn modelId="{8A34A01D-BDB7-476A-A804-6D983E194731}" type="presOf" srcId="{979D09B5-3058-4BFD-A423-D8D7E9338B6C}" destId="{4E290D5F-670E-4441-A7D6-BB554C5B72DC}" srcOrd="0" destOrd="0" presId="urn:microsoft.com/office/officeart/2005/8/layout/list1"/>
    <dgm:cxn modelId="{C9CB8C34-ED65-4708-BF52-04CC407F0E2B}" srcId="{C4798E13-CA10-49A8-B2F1-8EFAC9DFAC35}" destId="{442EEE05-61CE-4F9A-AA64-597797CE46C5}" srcOrd="0" destOrd="0" parTransId="{1B43B0D2-6287-4D01-8548-C8969C028DCB}" sibTransId="{DDAAFE30-0E18-4155-B848-BFE5039A7840}"/>
    <dgm:cxn modelId="{B79A4F4A-69D9-4643-8A3F-0772FADF73AE}" srcId="{C4798E13-CA10-49A8-B2F1-8EFAC9DFAC35}" destId="{129B5AA6-DEBF-4686-9E4C-A7992519564B}" srcOrd="3" destOrd="0" parTransId="{05F6B416-1620-4705-8CF2-0E18DBC4C976}" sibTransId="{B90C7E4D-F854-4870-AA5A-B80BF7B699B9}"/>
    <dgm:cxn modelId="{1C8E514E-A45C-41D5-B6A7-B110271AE88E}" type="presOf" srcId="{979D09B5-3058-4BFD-A423-D8D7E9338B6C}" destId="{2B831DA1-2789-4451-925B-D5C706C918EF}" srcOrd="1" destOrd="0" presId="urn:microsoft.com/office/officeart/2005/8/layout/list1"/>
    <dgm:cxn modelId="{7A6E4A4F-B6E9-40E7-AD75-8AAE618A107D}" type="presOf" srcId="{B30B2AF3-EA07-406D-8AA1-EC7A6B1A75DF}" destId="{B7802C9D-13E3-43AF-B396-71256327DED5}" srcOrd="0" destOrd="0" presId="urn:microsoft.com/office/officeart/2005/8/layout/list1"/>
    <dgm:cxn modelId="{019AE26F-2E84-44B0-835F-3D4056CD0F8A}" type="presOf" srcId="{442EEE05-61CE-4F9A-AA64-597797CE46C5}" destId="{EC0ADDE2-A1EB-41EF-8A80-26D94EE86B4D}" srcOrd="1" destOrd="0" presId="urn:microsoft.com/office/officeart/2005/8/layout/list1"/>
    <dgm:cxn modelId="{B852CC50-FB03-4969-B906-1441DE2C2542}" type="presOf" srcId="{129B5AA6-DEBF-4686-9E4C-A7992519564B}" destId="{6D6DC5AA-215C-4079-93C1-CD1F7F3987DA}" srcOrd="0" destOrd="0" presId="urn:microsoft.com/office/officeart/2005/8/layout/list1"/>
    <dgm:cxn modelId="{DD3F1574-1FE7-4410-8473-2AC2640AEA96}" type="presOf" srcId="{FE770812-AE8E-49FB-AAB2-656DE474C1F7}" destId="{C3A3B7DF-DAFB-42E8-B6D0-AAA9425288F4}" srcOrd="0" destOrd="0" presId="urn:microsoft.com/office/officeart/2005/8/layout/list1"/>
    <dgm:cxn modelId="{38A6E88E-51DC-45F6-9BED-E95CE2580B29}" type="presOf" srcId="{B30B2AF3-EA07-406D-8AA1-EC7A6B1A75DF}" destId="{F5A1D2BF-76D4-43A1-9113-91C2F94B6607}" srcOrd="1" destOrd="0" presId="urn:microsoft.com/office/officeart/2005/8/layout/list1"/>
    <dgm:cxn modelId="{F51D6E94-4ADB-4B55-988A-8CA40EE8ADCA}" type="presOf" srcId="{442EEE05-61CE-4F9A-AA64-597797CE46C5}" destId="{B7483A28-0AE6-479E-A667-4FC7B6807D2E}" srcOrd="0" destOrd="0" presId="urn:microsoft.com/office/officeart/2005/8/layout/list1"/>
    <dgm:cxn modelId="{0A76C894-59C1-4077-A9F2-9236AD53E5D0}" srcId="{C4798E13-CA10-49A8-B2F1-8EFAC9DFAC35}" destId="{979D09B5-3058-4BFD-A423-D8D7E9338B6C}" srcOrd="2" destOrd="0" parTransId="{17085E88-C875-47B1-A4EA-D0A4F74B4BB1}" sibTransId="{326B8804-29CE-4C5C-952D-EF0C993B35E7}"/>
    <dgm:cxn modelId="{244499A2-D654-4D64-AF65-CEA395972920}" srcId="{C4798E13-CA10-49A8-B2F1-8EFAC9DFAC35}" destId="{B30B2AF3-EA07-406D-8AA1-EC7A6B1A75DF}" srcOrd="4" destOrd="0" parTransId="{DBAAFB6F-04F1-4171-AD7D-937EDAB4DC60}" sibTransId="{0490674F-687E-4A4D-BB25-61CFC025774C}"/>
    <dgm:cxn modelId="{F0B53FB3-67DD-4CFA-9F95-162ECB2814D5}" type="presOf" srcId="{C4798E13-CA10-49A8-B2F1-8EFAC9DFAC35}" destId="{2EDCDE3D-AE5F-4B4B-AD2E-FA509F1DCB01}" srcOrd="0" destOrd="0" presId="urn:microsoft.com/office/officeart/2005/8/layout/list1"/>
    <dgm:cxn modelId="{BC315DD7-180C-4DBD-8E00-0CC75DF00B11}" type="presOf" srcId="{FE770812-AE8E-49FB-AAB2-656DE474C1F7}" destId="{D6E46DB9-0ED5-469A-AEE9-5EA3BE4A2E67}" srcOrd="1" destOrd="0" presId="urn:microsoft.com/office/officeart/2005/8/layout/list1"/>
    <dgm:cxn modelId="{5F293AEF-AF05-439E-817B-07C3E4339C1D}" type="presOf" srcId="{129B5AA6-DEBF-4686-9E4C-A7992519564B}" destId="{8ABF3036-A7FD-4B96-9BF9-7172EBB32538}" srcOrd="1" destOrd="0" presId="urn:microsoft.com/office/officeart/2005/8/layout/list1"/>
    <dgm:cxn modelId="{D1AA743A-9C63-42B0-AE11-71EEE53FC530}" type="presParOf" srcId="{2EDCDE3D-AE5F-4B4B-AD2E-FA509F1DCB01}" destId="{2BAE024C-8CED-4B63-8B6E-8932A9122F4C}" srcOrd="0" destOrd="0" presId="urn:microsoft.com/office/officeart/2005/8/layout/list1"/>
    <dgm:cxn modelId="{B4DAD874-7F7B-4ADA-8EE7-D0ECD2F87208}" type="presParOf" srcId="{2BAE024C-8CED-4B63-8B6E-8932A9122F4C}" destId="{B7483A28-0AE6-479E-A667-4FC7B6807D2E}" srcOrd="0" destOrd="0" presId="urn:microsoft.com/office/officeart/2005/8/layout/list1"/>
    <dgm:cxn modelId="{59480691-AF78-41F6-98BA-83AA55A23D73}" type="presParOf" srcId="{2BAE024C-8CED-4B63-8B6E-8932A9122F4C}" destId="{EC0ADDE2-A1EB-41EF-8A80-26D94EE86B4D}" srcOrd="1" destOrd="0" presId="urn:microsoft.com/office/officeart/2005/8/layout/list1"/>
    <dgm:cxn modelId="{09697E5B-8972-4A0F-AD58-486C0F6C9230}" type="presParOf" srcId="{2EDCDE3D-AE5F-4B4B-AD2E-FA509F1DCB01}" destId="{402E069D-5C10-4407-B750-C464A8F60C03}" srcOrd="1" destOrd="0" presId="urn:microsoft.com/office/officeart/2005/8/layout/list1"/>
    <dgm:cxn modelId="{85113934-DCC0-409A-B86C-C07C382784DE}" type="presParOf" srcId="{2EDCDE3D-AE5F-4B4B-AD2E-FA509F1DCB01}" destId="{AA8B274B-DCA3-4C9F-AB0C-E8182D891498}" srcOrd="2" destOrd="0" presId="urn:microsoft.com/office/officeart/2005/8/layout/list1"/>
    <dgm:cxn modelId="{4DDCED6C-C4AD-4133-984A-C91613A389AC}" type="presParOf" srcId="{2EDCDE3D-AE5F-4B4B-AD2E-FA509F1DCB01}" destId="{AADED8F6-8C1C-40C1-A2FA-7D0E77F21394}" srcOrd="3" destOrd="0" presId="urn:microsoft.com/office/officeart/2005/8/layout/list1"/>
    <dgm:cxn modelId="{8B3AED1A-ABA2-480B-832B-7C6E437C9E2C}" type="presParOf" srcId="{2EDCDE3D-AE5F-4B4B-AD2E-FA509F1DCB01}" destId="{8066B025-56DB-489F-A981-A51BAC1F0921}" srcOrd="4" destOrd="0" presId="urn:microsoft.com/office/officeart/2005/8/layout/list1"/>
    <dgm:cxn modelId="{80F02FEB-605E-490D-8037-FA99271C9276}" type="presParOf" srcId="{8066B025-56DB-489F-A981-A51BAC1F0921}" destId="{C3A3B7DF-DAFB-42E8-B6D0-AAA9425288F4}" srcOrd="0" destOrd="0" presId="urn:microsoft.com/office/officeart/2005/8/layout/list1"/>
    <dgm:cxn modelId="{7E86F390-32C9-424D-8DEF-68676CE4CD4D}" type="presParOf" srcId="{8066B025-56DB-489F-A981-A51BAC1F0921}" destId="{D6E46DB9-0ED5-469A-AEE9-5EA3BE4A2E67}" srcOrd="1" destOrd="0" presId="urn:microsoft.com/office/officeart/2005/8/layout/list1"/>
    <dgm:cxn modelId="{95E91481-0208-4ABC-942B-1B0B37A9B30B}" type="presParOf" srcId="{2EDCDE3D-AE5F-4B4B-AD2E-FA509F1DCB01}" destId="{E9AB8C93-B9B4-47B2-B90C-048B87719A7E}" srcOrd="5" destOrd="0" presId="urn:microsoft.com/office/officeart/2005/8/layout/list1"/>
    <dgm:cxn modelId="{0C7F8059-9448-445B-9B67-733665B8F8BB}" type="presParOf" srcId="{2EDCDE3D-AE5F-4B4B-AD2E-FA509F1DCB01}" destId="{2BF56913-4009-4267-B055-CE4F43189F79}" srcOrd="6" destOrd="0" presId="urn:microsoft.com/office/officeart/2005/8/layout/list1"/>
    <dgm:cxn modelId="{897B2DE0-C6C5-4695-AF55-F899AA3A3558}" type="presParOf" srcId="{2EDCDE3D-AE5F-4B4B-AD2E-FA509F1DCB01}" destId="{85932198-2C06-4EA9-8F7B-759C21E4688E}" srcOrd="7" destOrd="0" presId="urn:microsoft.com/office/officeart/2005/8/layout/list1"/>
    <dgm:cxn modelId="{690421D0-C97D-45FE-A9BB-E48791AC03D0}" type="presParOf" srcId="{2EDCDE3D-AE5F-4B4B-AD2E-FA509F1DCB01}" destId="{0A0EAC28-7C75-4CBD-84A0-5F6F14F7A20F}" srcOrd="8" destOrd="0" presId="urn:microsoft.com/office/officeart/2005/8/layout/list1"/>
    <dgm:cxn modelId="{376A582D-9A59-46DC-AFAB-D28713727458}" type="presParOf" srcId="{0A0EAC28-7C75-4CBD-84A0-5F6F14F7A20F}" destId="{4E290D5F-670E-4441-A7D6-BB554C5B72DC}" srcOrd="0" destOrd="0" presId="urn:microsoft.com/office/officeart/2005/8/layout/list1"/>
    <dgm:cxn modelId="{6A7BFE9C-1A5A-499C-A35A-70332CA62D25}" type="presParOf" srcId="{0A0EAC28-7C75-4CBD-84A0-5F6F14F7A20F}" destId="{2B831DA1-2789-4451-925B-D5C706C918EF}" srcOrd="1" destOrd="0" presId="urn:microsoft.com/office/officeart/2005/8/layout/list1"/>
    <dgm:cxn modelId="{1B64D229-B611-4879-B0FC-678DB33D5803}" type="presParOf" srcId="{2EDCDE3D-AE5F-4B4B-AD2E-FA509F1DCB01}" destId="{7CB34916-E6CB-47AC-A537-9511960A0760}" srcOrd="9" destOrd="0" presId="urn:microsoft.com/office/officeart/2005/8/layout/list1"/>
    <dgm:cxn modelId="{2D139A2F-2127-4BB7-A123-2C52426F9E2A}" type="presParOf" srcId="{2EDCDE3D-AE5F-4B4B-AD2E-FA509F1DCB01}" destId="{3BFFCC58-4ABD-4128-A06E-9393332CB166}" srcOrd="10" destOrd="0" presId="urn:microsoft.com/office/officeart/2005/8/layout/list1"/>
    <dgm:cxn modelId="{966853AE-ACF3-4C01-8335-7641723DDF16}" type="presParOf" srcId="{2EDCDE3D-AE5F-4B4B-AD2E-FA509F1DCB01}" destId="{39755FB0-EAE3-4DED-8D12-46A09107A762}" srcOrd="11" destOrd="0" presId="urn:microsoft.com/office/officeart/2005/8/layout/list1"/>
    <dgm:cxn modelId="{D93F58F0-4CEC-47C1-BE6D-0A26C7546195}" type="presParOf" srcId="{2EDCDE3D-AE5F-4B4B-AD2E-FA509F1DCB01}" destId="{1F6BBC18-595A-4F74-BF47-9FAA969F8110}" srcOrd="12" destOrd="0" presId="urn:microsoft.com/office/officeart/2005/8/layout/list1"/>
    <dgm:cxn modelId="{D3BCB5AC-4200-4E45-AAFF-DE1305EF9F2B}" type="presParOf" srcId="{1F6BBC18-595A-4F74-BF47-9FAA969F8110}" destId="{6D6DC5AA-215C-4079-93C1-CD1F7F3987DA}" srcOrd="0" destOrd="0" presId="urn:microsoft.com/office/officeart/2005/8/layout/list1"/>
    <dgm:cxn modelId="{184D60DA-041A-4CFF-9873-A1D1A33FF8B4}" type="presParOf" srcId="{1F6BBC18-595A-4F74-BF47-9FAA969F8110}" destId="{8ABF3036-A7FD-4B96-9BF9-7172EBB32538}" srcOrd="1" destOrd="0" presId="urn:microsoft.com/office/officeart/2005/8/layout/list1"/>
    <dgm:cxn modelId="{793A91C3-B577-45BC-A569-D83B7B30DFC4}" type="presParOf" srcId="{2EDCDE3D-AE5F-4B4B-AD2E-FA509F1DCB01}" destId="{E88F3068-F700-47EC-A927-6DDF3CD3B466}" srcOrd="13" destOrd="0" presId="urn:microsoft.com/office/officeart/2005/8/layout/list1"/>
    <dgm:cxn modelId="{FDEAF7DB-3871-48BF-8FA4-02177CC7829A}" type="presParOf" srcId="{2EDCDE3D-AE5F-4B4B-AD2E-FA509F1DCB01}" destId="{87291297-2095-45D6-A1FD-7E5EDCD4C8A5}" srcOrd="14" destOrd="0" presId="urn:microsoft.com/office/officeart/2005/8/layout/list1"/>
    <dgm:cxn modelId="{90B2BEFA-DFA8-4374-8BDB-8C72B6A91D5F}" type="presParOf" srcId="{2EDCDE3D-AE5F-4B4B-AD2E-FA509F1DCB01}" destId="{33EFFD60-5C3C-4469-8431-259C04B8A66B}" srcOrd="15" destOrd="0" presId="urn:microsoft.com/office/officeart/2005/8/layout/list1"/>
    <dgm:cxn modelId="{7A96E472-A0ED-4B9F-835F-DE9E94BA7E0E}" type="presParOf" srcId="{2EDCDE3D-AE5F-4B4B-AD2E-FA509F1DCB01}" destId="{5DB8789E-8321-484B-9DCF-3F106E15C981}" srcOrd="16" destOrd="0" presId="urn:microsoft.com/office/officeart/2005/8/layout/list1"/>
    <dgm:cxn modelId="{10D2D567-DFF4-44FA-AFD4-8C1B457ACCA3}" type="presParOf" srcId="{5DB8789E-8321-484B-9DCF-3F106E15C981}" destId="{B7802C9D-13E3-43AF-B396-71256327DED5}" srcOrd="0" destOrd="0" presId="urn:microsoft.com/office/officeart/2005/8/layout/list1"/>
    <dgm:cxn modelId="{2C9B502B-5B4D-49CA-9D26-F00F1368B555}" type="presParOf" srcId="{5DB8789E-8321-484B-9DCF-3F106E15C981}" destId="{F5A1D2BF-76D4-43A1-9113-91C2F94B6607}" srcOrd="1" destOrd="0" presId="urn:microsoft.com/office/officeart/2005/8/layout/list1"/>
    <dgm:cxn modelId="{418B4D26-EBA0-48B2-B8E8-ED14764A2A80}" type="presParOf" srcId="{2EDCDE3D-AE5F-4B4B-AD2E-FA509F1DCB01}" destId="{F594CAEF-9CC3-4DE1-B62A-66EC6D66FF65}" srcOrd="17" destOrd="0" presId="urn:microsoft.com/office/officeart/2005/8/layout/list1"/>
    <dgm:cxn modelId="{045C2AA4-060E-4686-A89E-5095F7997EA1}" type="presParOf" srcId="{2EDCDE3D-AE5F-4B4B-AD2E-FA509F1DCB01}" destId="{8C6EBB66-F064-49D2-BE16-37E31A76FF4E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1B9B29-A825-4332-AB9C-A3D3844292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AEE666-2A04-4BA2-945F-2412E53A1ED3}">
      <dgm:prSet/>
      <dgm:spPr/>
      <dgm:t>
        <a:bodyPr/>
        <a:lstStyle/>
        <a:p>
          <a:r>
            <a:rPr lang="en-US"/>
            <a:t>Super-computer</a:t>
          </a:r>
        </a:p>
      </dgm:t>
    </dgm:pt>
    <dgm:pt modelId="{C3576E00-00EF-419C-826A-9D09AF71D1E8}" type="parTrans" cxnId="{EADED852-C875-4C2A-A0ED-602ED8DD91B4}">
      <dgm:prSet/>
      <dgm:spPr/>
      <dgm:t>
        <a:bodyPr/>
        <a:lstStyle/>
        <a:p>
          <a:endParaRPr lang="en-US"/>
        </a:p>
      </dgm:t>
    </dgm:pt>
    <dgm:pt modelId="{E469457B-89A5-4281-8847-91D5533A803D}" type="sibTrans" cxnId="{EADED852-C875-4C2A-A0ED-602ED8DD91B4}">
      <dgm:prSet/>
      <dgm:spPr/>
      <dgm:t>
        <a:bodyPr/>
        <a:lstStyle/>
        <a:p>
          <a:endParaRPr lang="en-US"/>
        </a:p>
      </dgm:t>
    </dgm:pt>
    <dgm:pt modelId="{2409F2AD-2442-4BCF-A515-A755CA6AD2F7}">
      <dgm:prSet/>
      <dgm:spPr/>
      <dgm:t>
        <a:bodyPr/>
        <a:lstStyle/>
        <a:p>
          <a:r>
            <a:rPr lang="en-US"/>
            <a:t>Main-frame Computer</a:t>
          </a:r>
        </a:p>
      </dgm:t>
    </dgm:pt>
    <dgm:pt modelId="{7F59E91F-8701-4A93-88F3-6B9BFA3F64AC}" type="parTrans" cxnId="{D6334836-AE2B-4623-AAD0-5F37CC8A0549}">
      <dgm:prSet/>
      <dgm:spPr/>
      <dgm:t>
        <a:bodyPr/>
        <a:lstStyle/>
        <a:p>
          <a:endParaRPr lang="en-US"/>
        </a:p>
      </dgm:t>
    </dgm:pt>
    <dgm:pt modelId="{D98EA71B-BC80-458A-A268-E2AEB05CD8E4}" type="sibTrans" cxnId="{D6334836-AE2B-4623-AAD0-5F37CC8A0549}">
      <dgm:prSet/>
      <dgm:spPr/>
      <dgm:t>
        <a:bodyPr/>
        <a:lstStyle/>
        <a:p>
          <a:endParaRPr lang="en-US"/>
        </a:p>
      </dgm:t>
    </dgm:pt>
    <dgm:pt modelId="{A4AD715F-CDF9-4888-9CB0-AEC427DF2EDC}">
      <dgm:prSet/>
      <dgm:spPr/>
      <dgm:t>
        <a:bodyPr/>
        <a:lstStyle/>
        <a:p>
          <a:r>
            <a:rPr lang="en-US"/>
            <a:t>Micro-computer</a:t>
          </a:r>
        </a:p>
      </dgm:t>
    </dgm:pt>
    <dgm:pt modelId="{29F87FF4-1BAB-4EC1-A374-B2A976AB9198}" type="parTrans" cxnId="{E1539A64-111A-427F-AE7C-30CB9765187D}">
      <dgm:prSet/>
      <dgm:spPr/>
      <dgm:t>
        <a:bodyPr/>
        <a:lstStyle/>
        <a:p>
          <a:endParaRPr lang="en-US"/>
        </a:p>
      </dgm:t>
    </dgm:pt>
    <dgm:pt modelId="{BC0799EF-CFDF-4278-9F69-7C8AB3AB4829}" type="sibTrans" cxnId="{E1539A64-111A-427F-AE7C-30CB9765187D}">
      <dgm:prSet/>
      <dgm:spPr/>
      <dgm:t>
        <a:bodyPr/>
        <a:lstStyle/>
        <a:p>
          <a:endParaRPr lang="en-US"/>
        </a:p>
      </dgm:t>
    </dgm:pt>
    <dgm:pt modelId="{422364C6-7DE2-4E1F-A5C0-7930873EACA5}">
      <dgm:prSet/>
      <dgm:spPr/>
      <dgm:t>
        <a:bodyPr/>
        <a:lstStyle/>
        <a:p>
          <a:r>
            <a:rPr lang="en-US"/>
            <a:t>Mini-computer</a:t>
          </a:r>
        </a:p>
      </dgm:t>
    </dgm:pt>
    <dgm:pt modelId="{C30FFA7F-18A1-4956-8486-36E14624202A}" type="parTrans" cxnId="{453D94C9-607E-4769-8718-3AB21BF99A1E}">
      <dgm:prSet/>
      <dgm:spPr/>
      <dgm:t>
        <a:bodyPr/>
        <a:lstStyle/>
        <a:p>
          <a:endParaRPr lang="en-US"/>
        </a:p>
      </dgm:t>
    </dgm:pt>
    <dgm:pt modelId="{ED1F65AF-DBE9-4A0D-ABB7-A900A5F95D1D}" type="sibTrans" cxnId="{453D94C9-607E-4769-8718-3AB21BF99A1E}">
      <dgm:prSet/>
      <dgm:spPr/>
      <dgm:t>
        <a:bodyPr/>
        <a:lstStyle/>
        <a:p>
          <a:endParaRPr lang="en-US"/>
        </a:p>
      </dgm:t>
    </dgm:pt>
    <dgm:pt modelId="{72044B3C-6FF6-4DE3-9D56-7027ABA77C79}" type="pres">
      <dgm:prSet presAssocID="{5C1B9B29-A825-4332-AB9C-A3D3844292C4}" presName="root" presStyleCnt="0">
        <dgm:presLayoutVars>
          <dgm:dir/>
          <dgm:resizeHandles val="exact"/>
        </dgm:presLayoutVars>
      </dgm:prSet>
      <dgm:spPr/>
    </dgm:pt>
    <dgm:pt modelId="{1B3D0D68-79F3-4769-A103-A7F489B8A481}" type="pres">
      <dgm:prSet presAssocID="{68AEE666-2A04-4BA2-945F-2412E53A1ED3}" presName="compNode" presStyleCnt="0"/>
      <dgm:spPr/>
    </dgm:pt>
    <dgm:pt modelId="{D3475293-78BB-4F3E-AF4B-B452D2C833AC}" type="pres">
      <dgm:prSet presAssocID="{68AEE666-2A04-4BA2-945F-2412E53A1ED3}" presName="bgRect" presStyleLbl="bgShp" presStyleIdx="0" presStyleCnt="4"/>
      <dgm:spPr/>
    </dgm:pt>
    <dgm:pt modelId="{FA36521A-8D87-4D45-8C03-0289CE32423C}" type="pres">
      <dgm:prSet presAssocID="{68AEE666-2A04-4BA2-945F-2412E53A1ED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3EFD84E-37C4-4E78-8180-C310E30B859D}" type="pres">
      <dgm:prSet presAssocID="{68AEE666-2A04-4BA2-945F-2412E53A1ED3}" presName="spaceRect" presStyleCnt="0"/>
      <dgm:spPr/>
    </dgm:pt>
    <dgm:pt modelId="{F5E66576-B3E2-4917-B7A5-E20F1C03CF17}" type="pres">
      <dgm:prSet presAssocID="{68AEE666-2A04-4BA2-945F-2412E53A1ED3}" presName="parTx" presStyleLbl="revTx" presStyleIdx="0" presStyleCnt="4">
        <dgm:presLayoutVars>
          <dgm:chMax val="0"/>
          <dgm:chPref val="0"/>
        </dgm:presLayoutVars>
      </dgm:prSet>
      <dgm:spPr/>
    </dgm:pt>
    <dgm:pt modelId="{CE22ABA1-D871-43F7-8493-F4021279AB82}" type="pres">
      <dgm:prSet presAssocID="{E469457B-89A5-4281-8847-91D5533A803D}" presName="sibTrans" presStyleCnt="0"/>
      <dgm:spPr/>
    </dgm:pt>
    <dgm:pt modelId="{F64687BF-8A4C-4CBF-91F7-189F77D606C6}" type="pres">
      <dgm:prSet presAssocID="{2409F2AD-2442-4BCF-A515-A755CA6AD2F7}" presName="compNode" presStyleCnt="0"/>
      <dgm:spPr/>
    </dgm:pt>
    <dgm:pt modelId="{1F72DFF2-0A32-4FB5-9200-DFB6A98D931F}" type="pres">
      <dgm:prSet presAssocID="{2409F2AD-2442-4BCF-A515-A755CA6AD2F7}" presName="bgRect" presStyleLbl="bgShp" presStyleIdx="1" presStyleCnt="4"/>
      <dgm:spPr/>
    </dgm:pt>
    <dgm:pt modelId="{44D45017-001F-48B9-845D-D5D1B0A53472}" type="pres">
      <dgm:prSet presAssocID="{2409F2AD-2442-4BCF-A515-A755CA6AD2F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B12AF78C-EFEA-484D-9EAA-B139C1F5F006}" type="pres">
      <dgm:prSet presAssocID="{2409F2AD-2442-4BCF-A515-A755CA6AD2F7}" presName="spaceRect" presStyleCnt="0"/>
      <dgm:spPr/>
    </dgm:pt>
    <dgm:pt modelId="{6E945709-C068-44AB-B4E7-F965DCB82401}" type="pres">
      <dgm:prSet presAssocID="{2409F2AD-2442-4BCF-A515-A755CA6AD2F7}" presName="parTx" presStyleLbl="revTx" presStyleIdx="1" presStyleCnt="4">
        <dgm:presLayoutVars>
          <dgm:chMax val="0"/>
          <dgm:chPref val="0"/>
        </dgm:presLayoutVars>
      </dgm:prSet>
      <dgm:spPr/>
    </dgm:pt>
    <dgm:pt modelId="{171B59DF-C290-490E-A98E-563698313583}" type="pres">
      <dgm:prSet presAssocID="{D98EA71B-BC80-458A-A268-E2AEB05CD8E4}" presName="sibTrans" presStyleCnt="0"/>
      <dgm:spPr/>
    </dgm:pt>
    <dgm:pt modelId="{0C9A4952-ED8B-4F0A-9529-071484C94F6F}" type="pres">
      <dgm:prSet presAssocID="{A4AD715F-CDF9-4888-9CB0-AEC427DF2EDC}" presName="compNode" presStyleCnt="0"/>
      <dgm:spPr/>
    </dgm:pt>
    <dgm:pt modelId="{1B165FE5-BD9A-4CF9-8B72-E2C77F3C649A}" type="pres">
      <dgm:prSet presAssocID="{A4AD715F-CDF9-4888-9CB0-AEC427DF2EDC}" presName="bgRect" presStyleLbl="bgShp" presStyleIdx="2" presStyleCnt="4"/>
      <dgm:spPr/>
    </dgm:pt>
    <dgm:pt modelId="{6CBDD90F-2006-4A10-8BF3-E7EBFCBA90F6}" type="pres">
      <dgm:prSet presAssocID="{A4AD715F-CDF9-4888-9CB0-AEC427DF2ED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B02DFBF-D537-465D-82B4-055CD2139978}" type="pres">
      <dgm:prSet presAssocID="{A4AD715F-CDF9-4888-9CB0-AEC427DF2EDC}" presName="spaceRect" presStyleCnt="0"/>
      <dgm:spPr/>
    </dgm:pt>
    <dgm:pt modelId="{C20E18BA-33F0-4DD4-8058-CD32FA8042C1}" type="pres">
      <dgm:prSet presAssocID="{A4AD715F-CDF9-4888-9CB0-AEC427DF2EDC}" presName="parTx" presStyleLbl="revTx" presStyleIdx="2" presStyleCnt="4">
        <dgm:presLayoutVars>
          <dgm:chMax val="0"/>
          <dgm:chPref val="0"/>
        </dgm:presLayoutVars>
      </dgm:prSet>
      <dgm:spPr/>
    </dgm:pt>
    <dgm:pt modelId="{A4427D79-D86C-4BC9-99CD-4CDC53D7AC7A}" type="pres">
      <dgm:prSet presAssocID="{BC0799EF-CFDF-4278-9F69-7C8AB3AB4829}" presName="sibTrans" presStyleCnt="0"/>
      <dgm:spPr/>
    </dgm:pt>
    <dgm:pt modelId="{DE467378-E040-450F-99CC-546BCA8180D8}" type="pres">
      <dgm:prSet presAssocID="{422364C6-7DE2-4E1F-A5C0-7930873EACA5}" presName="compNode" presStyleCnt="0"/>
      <dgm:spPr/>
    </dgm:pt>
    <dgm:pt modelId="{FD908EC8-7D56-4285-823A-5219E75A59D9}" type="pres">
      <dgm:prSet presAssocID="{422364C6-7DE2-4E1F-A5C0-7930873EACA5}" presName="bgRect" presStyleLbl="bgShp" presStyleIdx="3" presStyleCnt="4"/>
      <dgm:spPr/>
    </dgm:pt>
    <dgm:pt modelId="{95F27B84-42EC-461A-8A07-DA88D1506164}" type="pres">
      <dgm:prSet presAssocID="{422364C6-7DE2-4E1F-A5C0-7930873EACA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81E6F68-2F85-4972-857F-676AF0122A2A}" type="pres">
      <dgm:prSet presAssocID="{422364C6-7DE2-4E1F-A5C0-7930873EACA5}" presName="spaceRect" presStyleCnt="0"/>
      <dgm:spPr/>
    </dgm:pt>
    <dgm:pt modelId="{2FAC5C12-7C2B-4ED8-B3D8-080CDB1CD624}" type="pres">
      <dgm:prSet presAssocID="{422364C6-7DE2-4E1F-A5C0-7930873EACA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FC9D10B-6879-4077-A90D-CE7F5AD3C295}" type="presOf" srcId="{422364C6-7DE2-4E1F-A5C0-7930873EACA5}" destId="{2FAC5C12-7C2B-4ED8-B3D8-080CDB1CD624}" srcOrd="0" destOrd="0" presId="urn:microsoft.com/office/officeart/2018/2/layout/IconVerticalSolidList"/>
    <dgm:cxn modelId="{79115024-E423-4E80-B2D8-7D087F490D57}" type="presOf" srcId="{2409F2AD-2442-4BCF-A515-A755CA6AD2F7}" destId="{6E945709-C068-44AB-B4E7-F965DCB82401}" srcOrd="0" destOrd="0" presId="urn:microsoft.com/office/officeart/2018/2/layout/IconVerticalSolidList"/>
    <dgm:cxn modelId="{D6334836-AE2B-4623-AAD0-5F37CC8A0549}" srcId="{5C1B9B29-A825-4332-AB9C-A3D3844292C4}" destId="{2409F2AD-2442-4BCF-A515-A755CA6AD2F7}" srcOrd="1" destOrd="0" parTransId="{7F59E91F-8701-4A93-88F3-6B9BFA3F64AC}" sibTransId="{D98EA71B-BC80-458A-A268-E2AEB05CD8E4}"/>
    <dgm:cxn modelId="{E1539A64-111A-427F-AE7C-30CB9765187D}" srcId="{5C1B9B29-A825-4332-AB9C-A3D3844292C4}" destId="{A4AD715F-CDF9-4888-9CB0-AEC427DF2EDC}" srcOrd="2" destOrd="0" parTransId="{29F87FF4-1BAB-4EC1-A374-B2A976AB9198}" sibTransId="{BC0799EF-CFDF-4278-9F69-7C8AB3AB4829}"/>
    <dgm:cxn modelId="{781DD046-2560-4873-80E2-D58CFB5550EA}" type="presOf" srcId="{68AEE666-2A04-4BA2-945F-2412E53A1ED3}" destId="{F5E66576-B3E2-4917-B7A5-E20F1C03CF17}" srcOrd="0" destOrd="0" presId="urn:microsoft.com/office/officeart/2018/2/layout/IconVerticalSolidList"/>
    <dgm:cxn modelId="{EADED852-C875-4C2A-A0ED-602ED8DD91B4}" srcId="{5C1B9B29-A825-4332-AB9C-A3D3844292C4}" destId="{68AEE666-2A04-4BA2-945F-2412E53A1ED3}" srcOrd="0" destOrd="0" parTransId="{C3576E00-00EF-419C-826A-9D09AF71D1E8}" sibTransId="{E469457B-89A5-4281-8847-91D5533A803D}"/>
    <dgm:cxn modelId="{1B6DDEA4-17A5-472B-AEF1-BB3F5DFD92D6}" type="presOf" srcId="{A4AD715F-CDF9-4888-9CB0-AEC427DF2EDC}" destId="{C20E18BA-33F0-4DD4-8058-CD32FA8042C1}" srcOrd="0" destOrd="0" presId="urn:microsoft.com/office/officeart/2018/2/layout/IconVerticalSolidList"/>
    <dgm:cxn modelId="{453D94C9-607E-4769-8718-3AB21BF99A1E}" srcId="{5C1B9B29-A825-4332-AB9C-A3D3844292C4}" destId="{422364C6-7DE2-4E1F-A5C0-7930873EACA5}" srcOrd="3" destOrd="0" parTransId="{C30FFA7F-18A1-4956-8486-36E14624202A}" sibTransId="{ED1F65AF-DBE9-4A0D-ABB7-A900A5F95D1D}"/>
    <dgm:cxn modelId="{B2C0F4E5-DE6D-4A66-9045-EA68BBE34A7C}" type="presOf" srcId="{5C1B9B29-A825-4332-AB9C-A3D3844292C4}" destId="{72044B3C-6FF6-4DE3-9D56-7027ABA77C79}" srcOrd="0" destOrd="0" presId="urn:microsoft.com/office/officeart/2018/2/layout/IconVerticalSolidList"/>
    <dgm:cxn modelId="{DFDF8174-2252-4AE5-B228-CD7EA53D5354}" type="presParOf" srcId="{72044B3C-6FF6-4DE3-9D56-7027ABA77C79}" destId="{1B3D0D68-79F3-4769-A103-A7F489B8A481}" srcOrd="0" destOrd="0" presId="urn:microsoft.com/office/officeart/2018/2/layout/IconVerticalSolidList"/>
    <dgm:cxn modelId="{A8D08FEC-0A71-4EE1-8125-652AC3B84E75}" type="presParOf" srcId="{1B3D0D68-79F3-4769-A103-A7F489B8A481}" destId="{D3475293-78BB-4F3E-AF4B-B452D2C833AC}" srcOrd="0" destOrd="0" presId="urn:microsoft.com/office/officeart/2018/2/layout/IconVerticalSolidList"/>
    <dgm:cxn modelId="{98F70BFB-D14E-43EC-9658-9F9C21B7E349}" type="presParOf" srcId="{1B3D0D68-79F3-4769-A103-A7F489B8A481}" destId="{FA36521A-8D87-4D45-8C03-0289CE32423C}" srcOrd="1" destOrd="0" presId="urn:microsoft.com/office/officeart/2018/2/layout/IconVerticalSolidList"/>
    <dgm:cxn modelId="{ADA447E8-F568-48EA-8BFC-46BDC1272826}" type="presParOf" srcId="{1B3D0D68-79F3-4769-A103-A7F489B8A481}" destId="{53EFD84E-37C4-4E78-8180-C310E30B859D}" srcOrd="2" destOrd="0" presId="urn:microsoft.com/office/officeart/2018/2/layout/IconVerticalSolidList"/>
    <dgm:cxn modelId="{572AF49C-063A-4ABA-A864-D0BD3AFC944B}" type="presParOf" srcId="{1B3D0D68-79F3-4769-A103-A7F489B8A481}" destId="{F5E66576-B3E2-4917-B7A5-E20F1C03CF17}" srcOrd="3" destOrd="0" presId="urn:microsoft.com/office/officeart/2018/2/layout/IconVerticalSolidList"/>
    <dgm:cxn modelId="{AEEE56C4-77F8-460A-BC60-5CBC2546B515}" type="presParOf" srcId="{72044B3C-6FF6-4DE3-9D56-7027ABA77C79}" destId="{CE22ABA1-D871-43F7-8493-F4021279AB82}" srcOrd="1" destOrd="0" presId="urn:microsoft.com/office/officeart/2018/2/layout/IconVerticalSolidList"/>
    <dgm:cxn modelId="{217E593F-D3C3-47CF-B914-DF7D82677341}" type="presParOf" srcId="{72044B3C-6FF6-4DE3-9D56-7027ABA77C79}" destId="{F64687BF-8A4C-4CBF-91F7-189F77D606C6}" srcOrd="2" destOrd="0" presId="urn:microsoft.com/office/officeart/2018/2/layout/IconVerticalSolidList"/>
    <dgm:cxn modelId="{49F2B08B-4B55-41BD-8869-B17A30866053}" type="presParOf" srcId="{F64687BF-8A4C-4CBF-91F7-189F77D606C6}" destId="{1F72DFF2-0A32-4FB5-9200-DFB6A98D931F}" srcOrd="0" destOrd="0" presId="urn:microsoft.com/office/officeart/2018/2/layout/IconVerticalSolidList"/>
    <dgm:cxn modelId="{552EED1A-F4DB-4553-8D3C-566E498DFEEB}" type="presParOf" srcId="{F64687BF-8A4C-4CBF-91F7-189F77D606C6}" destId="{44D45017-001F-48B9-845D-D5D1B0A53472}" srcOrd="1" destOrd="0" presId="urn:microsoft.com/office/officeart/2018/2/layout/IconVerticalSolidList"/>
    <dgm:cxn modelId="{FD45CA3F-6BD4-4D6A-94CC-6BB2060D7808}" type="presParOf" srcId="{F64687BF-8A4C-4CBF-91F7-189F77D606C6}" destId="{B12AF78C-EFEA-484D-9EAA-B139C1F5F006}" srcOrd="2" destOrd="0" presId="urn:microsoft.com/office/officeart/2018/2/layout/IconVerticalSolidList"/>
    <dgm:cxn modelId="{206E0726-83CC-46B0-A2CB-4967FBA406DF}" type="presParOf" srcId="{F64687BF-8A4C-4CBF-91F7-189F77D606C6}" destId="{6E945709-C068-44AB-B4E7-F965DCB82401}" srcOrd="3" destOrd="0" presId="urn:microsoft.com/office/officeart/2018/2/layout/IconVerticalSolidList"/>
    <dgm:cxn modelId="{F387100A-0708-4401-BF4A-77DB3BF97989}" type="presParOf" srcId="{72044B3C-6FF6-4DE3-9D56-7027ABA77C79}" destId="{171B59DF-C290-490E-A98E-563698313583}" srcOrd="3" destOrd="0" presId="urn:microsoft.com/office/officeart/2018/2/layout/IconVerticalSolidList"/>
    <dgm:cxn modelId="{AB65E122-8F49-4D34-BDF2-AC1E2051E28C}" type="presParOf" srcId="{72044B3C-6FF6-4DE3-9D56-7027ABA77C79}" destId="{0C9A4952-ED8B-4F0A-9529-071484C94F6F}" srcOrd="4" destOrd="0" presId="urn:microsoft.com/office/officeart/2018/2/layout/IconVerticalSolidList"/>
    <dgm:cxn modelId="{DE8D5EA8-8749-48E2-8E54-61C56CD1380D}" type="presParOf" srcId="{0C9A4952-ED8B-4F0A-9529-071484C94F6F}" destId="{1B165FE5-BD9A-4CF9-8B72-E2C77F3C649A}" srcOrd="0" destOrd="0" presId="urn:microsoft.com/office/officeart/2018/2/layout/IconVerticalSolidList"/>
    <dgm:cxn modelId="{704D0900-9B17-4331-A65A-226D4097F8AF}" type="presParOf" srcId="{0C9A4952-ED8B-4F0A-9529-071484C94F6F}" destId="{6CBDD90F-2006-4A10-8BF3-E7EBFCBA90F6}" srcOrd="1" destOrd="0" presId="urn:microsoft.com/office/officeart/2018/2/layout/IconVerticalSolidList"/>
    <dgm:cxn modelId="{EBB4244C-D9DD-4F0D-9743-54338E538E6B}" type="presParOf" srcId="{0C9A4952-ED8B-4F0A-9529-071484C94F6F}" destId="{2B02DFBF-D537-465D-82B4-055CD2139978}" srcOrd="2" destOrd="0" presId="urn:microsoft.com/office/officeart/2018/2/layout/IconVerticalSolidList"/>
    <dgm:cxn modelId="{4B3276E2-AC20-4195-864C-308DBAE33080}" type="presParOf" srcId="{0C9A4952-ED8B-4F0A-9529-071484C94F6F}" destId="{C20E18BA-33F0-4DD4-8058-CD32FA8042C1}" srcOrd="3" destOrd="0" presId="urn:microsoft.com/office/officeart/2018/2/layout/IconVerticalSolidList"/>
    <dgm:cxn modelId="{3C6325C7-B7C5-4F9C-9FCB-165DEBF4B213}" type="presParOf" srcId="{72044B3C-6FF6-4DE3-9D56-7027ABA77C79}" destId="{A4427D79-D86C-4BC9-99CD-4CDC53D7AC7A}" srcOrd="5" destOrd="0" presId="urn:microsoft.com/office/officeart/2018/2/layout/IconVerticalSolidList"/>
    <dgm:cxn modelId="{BE36B001-0B17-432D-B611-5529FF0EEDC6}" type="presParOf" srcId="{72044B3C-6FF6-4DE3-9D56-7027ABA77C79}" destId="{DE467378-E040-450F-99CC-546BCA8180D8}" srcOrd="6" destOrd="0" presId="urn:microsoft.com/office/officeart/2018/2/layout/IconVerticalSolidList"/>
    <dgm:cxn modelId="{3D75A41B-1108-4BE4-B919-6472897B2DF6}" type="presParOf" srcId="{DE467378-E040-450F-99CC-546BCA8180D8}" destId="{FD908EC8-7D56-4285-823A-5219E75A59D9}" srcOrd="0" destOrd="0" presId="urn:microsoft.com/office/officeart/2018/2/layout/IconVerticalSolidList"/>
    <dgm:cxn modelId="{DF9E073C-33E0-41C1-A784-87CDC22213ED}" type="presParOf" srcId="{DE467378-E040-450F-99CC-546BCA8180D8}" destId="{95F27B84-42EC-461A-8A07-DA88D1506164}" srcOrd="1" destOrd="0" presId="urn:microsoft.com/office/officeart/2018/2/layout/IconVerticalSolidList"/>
    <dgm:cxn modelId="{AFFE6056-423A-41CF-BC8A-7C05132E692A}" type="presParOf" srcId="{DE467378-E040-450F-99CC-546BCA8180D8}" destId="{981E6F68-2F85-4972-857F-676AF0122A2A}" srcOrd="2" destOrd="0" presId="urn:microsoft.com/office/officeart/2018/2/layout/IconVerticalSolidList"/>
    <dgm:cxn modelId="{D121F4A0-E2C5-4FEA-83E8-53B6E88C1E11}" type="presParOf" srcId="{DE467378-E040-450F-99CC-546BCA8180D8}" destId="{2FAC5C12-7C2B-4ED8-B3D8-080CDB1CD6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017AA49-8567-4747-8C8D-6FE1CB7896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BCC4F7D-A582-4991-B3B0-5EA051492F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Saves time</a:t>
          </a:r>
        </a:p>
      </dgm:t>
    </dgm:pt>
    <dgm:pt modelId="{505F0042-B559-48E8-BAF5-B339FB7EE8A9}" type="parTrans" cxnId="{BE71D177-CB95-49EC-BF55-B27E16259BFC}">
      <dgm:prSet/>
      <dgm:spPr/>
      <dgm:t>
        <a:bodyPr/>
        <a:lstStyle/>
        <a:p>
          <a:endParaRPr lang="en-US"/>
        </a:p>
      </dgm:t>
    </dgm:pt>
    <dgm:pt modelId="{12F25601-39EF-46F3-8624-4D385714EF3E}" type="sibTrans" cxnId="{BE71D177-CB95-49EC-BF55-B27E16259BFC}">
      <dgm:prSet/>
      <dgm:spPr/>
      <dgm:t>
        <a:bodyPr/>
        <a:lstStyle/>
        <a:p>
          <a:endParaRPr lang="en-US"/>
        </a:p>
      </dgm:t>
    </dgm:pt>
    <dgm:pt modelId="{E1B8C2A4-6152-4A5F-97F8-78F744CA2A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Increases productivity</a:t>
          </a:r>
        </a:p>
      </dgm:t>
    </dgm:pt>
    <dgm:pt modelId="{2C0B2AA2-B0A1-435E-963B-4B7EF055EE7C}" type="parTrans" cxnId="{ED716EAD-086A-4A94-B272-66CBA70008A2}">
      <dgm:prSet/>
      <dgm:spPr/>
      <dgm:t>
        <a:bodyPr/>
        <a:lstStyle/>
        <a:p>
          <a:endParaRPr lang="en-US"/>
        </a:p>
      </dgm:t>
    </dgm:pt>
    <dgm:pt modelId="{734DA8B5-F57B-401D-9218-A92B3CAD7E39}" type="sibTrans" cxnId="{ED716EAD-086A-4A94-B272-66CBA70008A2}">
      <dgm:prSet/>
      <dgm:spPr/>
      <dgm:t>
        <a:bodyPr/>
        <a:lstStyle/>
        <a:p>
          <a:endParaRPr lang="en-US"/>
        </a:p>
      </dgm:t>
    </dgm:pt>
    <dgm:pt modelId="{F8E791F8-E7F7-4DE3-8207-6E51C38D15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human effort</a:t>
          </a:r>
        </a:p>
      </dgm:t>
    </dgm:pt>
    <dgm:pt modelId="{6E09D6A6-5E59-4BBB-A3C9-1500B62EC1F4}" type="parTrans" cxnId="{FCB12768-622B-4DB7-A62A-589197951D74}">
      <dgm:prSet/>
      <dgm:spPr/>
      <dgm:t>
        <a:bodyPr/>
        <a:lstStyle/>
        <a:p>
          <a:endParaRPr lang="en-US"/>
        </a:p>
      </dgm:t>
    </dgm:pt>
    <dgm:pt modelId="{D485622D-CE91-4731-95AA-17DF85825F35}" type="sibTrans" cxnId="{FCB12768-622B-4DB7-A62A-589197951D74}">
      <dgm:prSet/>
      <dgm:spPr/>
      <dgm:t>
        <a:bodyPr/>
        <a:lstStyle/>
        <a:p>
          <a:endParaRPr lang="en-US"/>
        </a:p>
      </dgm:t>
    </dgm:pt>
    <dgm:pt modelId="{6B47405C-612E-4E5B-ACCA-15C461DBCF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Improves communication</a:t>
          </a:r>
        </a:p>
      </dgm:t>
    </dgm:pt>
    <dgm:pt modelId="{911D369B-81A5-47D7-B624-4B283EBE8A47}" type="parTrans" cxnId="{827AF79E-0C61-4DE2-9443-4813D81D491D}">
      <dgm:prSet/>
      <dgm:spPr/>
      <dgm:t>
        <a:bodyPr/>
        <a:lstStyle/>
        <a:p>
          <a:endParaRPr lang="en-US"/>
        </a:p>
      </dgm:t>
    </dgm:pt>
    <dgm:pt modelId="{ED3B0B4D-7E37-4D96-AACD-471CCD9B571D}" type="sibTrans" cxnId="{827AF79E-0C61-4DE2-9443-4813D81D491D}">
      <dgm:prSet/>
      <dgm:spPr/>
      <dgm:t>
        <a:bodyPr/>
        <a:lstStyle/>
        <a:p>
          <a:endParaRPr lang="en-US"/>
        </a:p>
      </dgm:t>
    </dgm:pt>
    <dgm:pt modelId="{30635DE1-1B72-43A6-B411-45AE4F4869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in research</a:t>
          </a:r>
        </a:p>
      </dgm:t>
    </dgm:pt>
    <dgm:pt modelId="{2F31EBEE-C1C3-4DE9-BCCA-369E89AE5BED}" type="parTrans" cxnId="{B9AB480A-E676-4F15-BE95-3782236F49DB}">
      <dgm:prSet/>
      <dgm:spPr/>
      <dgm:t>
        <a:bodyPr/>
        <a:lstStyle/>
        <a:p>
          <a:endParaRPr lang="en-US"/>
        </a:p>
      </dgm:t>
    </dgm:pt>
    <dgm:pt modelId="{88FEF58F-3D2D-48F7-8D20-28F025428370}" type="sibTrans" cxnId="{B9AB480A-E676-4F15-BE95-3782236F49DB}">
      <dgm:prSet/>
      <dgm:spPr/>
      <dgm:t>
        <a:bodyPr/>
        <a:lstStyle/>
        <a:p>
          <a:endParaRPr lang="en-US"/>
        </a:p>
      </dgm:t>
    </dgm:pt>
    <dgm:pt modelId="{EDC145C7-C48E-4039-A8E0-ECB84C12DFF5}" type="pres">
      <dgm:prSet presAssocID="{5017AA49-8567-4747-8C8D-6FE1CB7896A3}" presName="root" presStyleCnt="0">
        <dgm:presLayoutVars>
          <dgm:dir/>
          <dgm:resizeHandles val="exact"/>
        </dgm:presLayoutVars>
      </dgm:prSet>
      <dgm:spPr/>
    </dgm:pt>
    <dgm:pt modelId="{17C387DA-1235-4C93-8475-A961BCBFF0C6}" type="pres">
      <dgm:prSet presAssocID="{8BCC4F7D-A582-4991-B3B0-5EA051492F1F}" presName="compNode" presStyleCnt="0"/>
      <dgm:spPr/>
    </dgm:pt>
    <dgm:pt modelId="{ABD2E9F1-F09F-478E-B262-9DB84D28CCD2}" type="pres">
      <dgm:prSet presAssocID="{8BCC4F7D-A582-4991-B3B0-5EA051492F1F}" presName="bgRect" presStyleLbl="bgShp" presStyleIdx="0" presStyleCnt="5"/>
      <dgm:spPr/>
    </dgm:pt>
    <dgm:pt modelId="{0D924887-CA3F-4D48-AE7B-F13F1EDF7571}" type="pres">
      <dgm:prSet presAssocID="{8BCC4F7D-A582-4991-B3B0-5EA051492F1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6DD9198-E4FC-4A7F-AE01-0015030D6C85}" type="pres">
      <dgm:prSet presAssocID="{8BCC4F7D-A582-4991-B3B0-5EA051492F1F}" presName="spaceRect" presStyleCnt="0"/>
      <dgm:spPr/>
    </dgm:pt>
    <dgm:pt modelId="{78825C79-2B26-4B30-863C-DE23D6AAB32E}" type="pres">
      <dgm:prSet presAssocID="{8BCC4F7D-A582-4991-B3B0-5EA051492F1F}" presName="parTx" presStyleLbl="revTx" presStyleIdx="0" presStyleCnt="5">
        <dgm:presLayoutVars>
          <dgm:chMax val="0"/>
          <dgm:chPref val="0"/>
        </dgm:presLayoutVars>
      </dgm:prSet>
      <dgm:spPr/>
    </dgm:pt>
    <dgm:pt modelId="{164E0F17-1729-40F9-977E-4C6AB47B4672}" type="pres">
      <dgm:prSet presAssocID="{12F25601-39EF-46F3-8624-4D385714EF3E}" presName="sibTrans" presStyleCnt="0"/>
      <dgm:spPr/>
    </dgm:pt>
    <dgm:pt modelId="{802F932D-C59E-4155-A9CA-075F8E4A2F59}" type="pres">
      <dgm:prSet presAssocID="{E1B8C2A4-6152-4A5F-97F8-78F744CA2A9A}" presName="compNode" presStyleCnt="0"/>
      <dgm:spPr/>
    </dgm:pt>
    <dgm:pt modelId="{E108C687-C9A1-47AC-A443-1ECC201CDA9E}" type="pres">
      <dgm:prSet presAssocID="{E1B8C2A4-6152-4A5F-97F8-78F744CA2A9A}" presName="bgRect" presStyleLbl="bgShp" presStyleIdx="1" presStyleCnt="5"/>
      <dgm:spPr/>
    </dgm:pt>
    <dgm:pt modelId="{451841FB-B046-4784-ADB5-AED6B2051517}" type="pres">
      <dgm:prSet presAssocID="{E1B8C2A4-6152-4A5F-97F8-78F744CA2A9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690B97E-9DFB-46A5-948A-31A28884D8A9}" type="pres">
      <dgm:prSet presAssocID="{E1B8C2A4-6152-4A5F-97F8-78F744CA2A9A}" presName="spaceRect" presStyleCnt="0"/>
      <dgm:spPr/>
    </dgm:pt>
    <dgm:pt modelId="{A593389F-7EA0-40CE-9982-69B9EF813CD7}" type="pres">
      <dgm:prSet presAssocID="{E1B8C2A4-6152-4A5F-97F8-78F744CA2A9A}" presName="parTx" presStyleLbl="revTx" presStyleIdx="1" presStyleCnt="5">
        <dgm:presLayoutVars>
          <dgm:chMax val="0"/>
          <dgm:chPref val="0"/>
        </dgm:presLayoutVars>
      </dgm:prSet>
      <dgm:spPr/>
    </dgm:pt>
    <dgm:pt modelId="{95F0E457-D35F-44C8-8A6A-08D3D6B07D29}" type="pres">
      <dgm:prSet presAssocID="{734DA8B5-F57B-401D-9218-A92B3CAD7E39}" presName="sibTrans" presStyleCnt="0"/>
      <dgm:spPr/>
    </dgm:pt>
    <dgm:pt modelId="{3F4696AD-8120-4D6D-A173-B7F9127CBD6A}" type="pres">
      <dgm:prSet presAssocID="{F8E791F8-E7F7-4DE3-8207-6E51C38D153A}" presName="compNode" presStyleCnt="0"/>
      <dgm:spPr/>
    </dgm:pt>
    <dgm:pt modelId="{657F15BE-06D3-4887-A0CB-6181C6D0CA36}" type="pres">
      <dgm:prSet presAssocID="{F8E791F8-E7F7-4DE3-8207-6E51C38D153A}" presName="bgRect" presStyleLbl="bgShp" presStyleIdx="2" presStyleCnt="5"/>
      <dgm:spPr/>
    </dgm:pt>
    <dgm:pt modelId="{3FC07CCE-69FA-4C73-9A18-5CC0B3778FBB}" type="pres">
      <dgm:prSet presAssocID="{F8E791F8-E7F7-4DE3-8207-6E51C38D153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44201EDF-7A1C-4A4B-8C44-D64C232F257D}" type="pres">
      <dgm:prSet presAssocID="{F8E791F8-E7F7-4DE3-8207-6E51C38D153A}" presName="spaceRect" presStyleCnt="0"/>
      <dgm:spPr/>
    </dgm:pt>
    <dgm:pt modelId="{513504B5-DCA6-4F3C-AA5D-34F37E33ED64}" type="pres">
      <dgm:prSet presAssocID="{F8E791F8-E7F7-4DE3-8207-6E51C38D153A}" presName="parTx" presStyleLbl="revTx" presStyleIdx="2" presStyleCnt="5">
        <dgm:presLayoutVars>
          <dgm:chMax val="0"/>
          <dgm:chPref val="0"/>
        </dgm:presLayoutVars>
      </dgm:prSet>
      <dgm:spPr/>
    </dgm:pt>
    <dgm:pt modelId="{C48482BA-4F65-49E0-8373-3E4DEBEB0983}" type="pres">
      <dgm:prSet presAssocID="{D485622D-CE91-4731-95AA-17DF85825F35}" presName="sibTrans" presStyleCnt="0"/>
      <dgm:spPr/>
    </dgm:pt>
    <dgm:pt modelId="{25875792-25BB-47AD-BC2C-7A3FB32E5A75}" type="pres">
      <dgm:prSet presAssocID="{6B47405C-612E-4E5B-ACCA-15C461DBCF2E}" presName="compNode" presStyleCnt="0"/>
      <dgm:spPr/>
    </dgm:pt>
    <dgm:pt modelId="{2EB3425B-DC8E-4A76-8258-6BA2FAE5D183}" type="pres">
      <dgm:prSet presAssocID="{6B47405C-612E-4E5B-ACCA-15C461DBCF2E}" presName="bgRect" presStyleLbl="bgShp" presStyleIdx="3" presStyleCnt="5"/>
      <dgm:spPr/>
    </dgm:pt>
    <dgm:pt modelId="{513FE90F-F10C-46C7-80E5-29FF627F6110}" type="pres">
      <dgm:prSet presAssocID="{6B47405C-612E-4E5B-ACCA-15C461DBCF2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C7D69D6F-EC60-4B35-93BC-488071423B44}" type="pres">
      <dgm:prSet presAssocID="{6B47405C-612E-4E5B-ACCA-15C461DBCF2E}" presName="spaceRect" presStyleCnt="0"/>
      <dgm:spPr/>
    </dgm:pt>
    <dgm:pt modelId="{BCA1F46B-8DE2-473C-80E3-CC4FB0FC382B}" type="pres">
      <dgm:prSet presAssocID="{6B47405C-612E-4E5B-ACCA-15C461DBCF2E}" presName="parTx" presStyleLbl="revTx" presStyleIdx="3" presStyleCnt="5">
        <dgm:presLayoutVars>
          <dgm:chMax val="0"/>
          <dgm:chPref val="0"/>
        </dgm:presLayoutVars>
      </dgm:prSet>
      <dgm:spPr/>
    </dgm:pt>
    <dgm:pt modelId="{17765499-A039-47EC-9598-D20B98F27BBF}" type="pres">
      <dgm:prSet presAssocID="{ED3B0B4D-7E37-4D96-AACD-471CCD9B571D}" presName="sibTrans" presStyleCnt="0"/>
      <dgm:spPr/>
    </dgm:pt>
    <dgm:pt modelId="{27707D23-585A-4943-9A81-4782E062DFBD}" type="pres">
      <dgm:prSet presAssocID="{30635DE1-1B72-43A6-B411-45AE4F486927}" presName="compNode" presStyleCnt="0"/>
      <dgm:spPr/>
    </dgm:pt>
    <dgm:pt modelId="{41CF3F56-E1EE-42AD-9275-626E57AC7696}" type="pres">
      <dgm:prSet presAssocID="{30635DE1-1B72-43A6-B411-45AE4F486927}" presName="bgRect" presStyleLbl="bgShp" presStyleIdx="4" presStyleCnt="5"/>
      <dgm:spPr/>
    </dgm:pt>
    <dgm:pt modelId="{A7C8F78F-B718-4DF4-BAC2-19BF588066FF}" type="pres">
      <dgm:prSet presAssocID="{30635DE1-1B72-43A6-B411-45AE4F48692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6BBEE79-1683-4A2F-8488-6063D36298A6}" type="pres">
      <dgm:prSet presAssocID="{30635DE1-1B72-43A6-B411-45AE4F486927}" presName="spaceRect" presStyleCnt="0"/>
      <dgm:spPr/>
    </dgm:pt>
    <dgm:pt modelId="{A4F4C66E-4872-4944-A025-01245EBA5B15}" type="pres">
      <dgm:prSet presAssocID="{30635DE1-1B72-43A6-B411-45AE4F48692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9AB480A-E676-4F15-BE95-3782236F49DB}" srcId="{5017AA49-8567-4747-8C8D-6FE1CB7896A3}" destId="{30635DE1-1B72-43A6-B411-45AE4F486927}" srcOrd="4" destOrd="0" parTransId="{2F31EBEE-C1C3-4DE9-BCCA-369E89AE5BED}" sibTransId="{88FEF58F-3D2D-48F7-8D20-28F025428370}"/>
    <dgm:cxn modelId="{BDF8550C-C208-4B8F-9FEE-4F43B1866B52}" type="presOf" srcId="{8BCC4F7D-A582-4991-B3B0-5EA051492F1F}" destId="{78825C79-2B26-4B30-863C-DE23D6AAB32E}" srcOrd="0" destOrd="0" presId="urn:microsoft.com/office/officeart/2018/2/layout/IconVerticalSolidList"/>
    <dgm:cxn modelId="{F488292C-74C6-4983-86F1-FC9D4F8CC76D}" type="presOf" srcId="{F8E791F8-E7F7-4DE3-8207-6E51C38D153A}" destId="{513504B5-DCA6-4F3C-AA5D-34F37E33ED64}" srcOrd="0" destOrd="0" presId="urn:microsoft.com/office/officeart/2018/2/layout/IconVerticalSolidList"/>
    <dgm:cxn modelId="{0D2BE434-F4FF-415F-B354-C98B63806CFD}" type="presOf" srcId="{E1B8C2A4-6152-4A5F-97F8-78F744CA2A9A}" destId="{A593389F-7EA0-40CE-9982-69B9EF813CD7}" srcOrd="0" destOrd="0" presId="urn:microsoft.com/office/officeart/2018/2/layout/IconVerticalSolidList"/>
    <dgm:cxn modelId="{FCB12768-622B-4DB7-A62A-589197951D74}" srcId="{5017AA49-8567-4747-8C8D-6FE1CB7896A3}" destId="{F8E791F8-E7F7-4DE3-8207-6E51C38D153A}" srcOrd="2" destOrd="0" parTransId="{6E09D6A6-5E59-4BBB-A3C9-1500B62EC1F4}" sibTransId="{D485622D-CE91-4731-95AA-17DF85825F35}"/>
    <dgm:cxn modelId="{E9EC5552-2F77-4D6F-B4E0-A3D12B2CFDC1}" type="presOf" srcId="{5017AA49-8567-4747-8C8D-6FE1CB7896A3}" destId="{EDC145C7-C48E-4039-A8E0-ECB84C12DFF5}" srcOrd="0" destOrd="0" presId="urn:microsoft.com/office/officeart/2018/2/layout/IconVerticalSolidList"/>
    <dgm:cxn modelId="{BE71D177-CB95-49EC-BF55-B27E16259BFC}" srcId="{5017AA49-8567-4747-8C8D-6FE1CB7896A3}" destId="{8BCC4F7D-A582-4991-B3B0-5EA051492F1F}" srcOrd="0" destOrd="0" parTransId="{505F0042-B559-48E8-BAF5-B339FB7EE8A9}" sibTransId="{12F25601-39EF-46F3-8624-4D385714EF3E}"/>
    <dgm:cxn modelId="{6B5BAE9B-812C-4C6B-AEFB-974C5DC2B0C0}" type="presOf" srcId="{6B47405C-612E-4E5B-ACCA-15C461DBCF2E}" destId="{BCA1F46B-8DE2-473C-80E3-CC4FB0FC382B}" srcOrd="0" destOrd="0" presId="urn:microsoft.com/office/officeart/2018/2/layout/IconVerticalSolidList"/>
    <dgm:cxn modelId="{1B484D9D-EB41-4683-B974-CAE63BEB43A5}" type="presOf" srcId="{30635DE1-1B72-43A6-B411-45AE4F486927}" destId="{A4F4C66E-4872-4944-A025-01245EBA5B15}" srcOrd="0" destOrd="0" presId="urn:microsoft.com/office/officeart/2018/2/layout/IconVerticalSolidList"/>
    <dgm:cxn modelId="{827AF79E-0C61-4DE2-9443-4813D81D491D}" srcId="{5017AA49-8567-4747-8C8D-6FE1CB7896A3}" destId="{6B47405C-612E-4E5B-ACCA-15C461DBCF2E}" srcOrd="3" destOrd="0" parTransId="{911D369B-81A5-47D7-B624-4B283EBE8A47}" sibTransId="{ED3B0B4D-7E37-4D96-AACD-471CCD9B571D}"/>
    <dgm:cxn modelId="{ED716EAD-086A-4A94-B272-66CBA70008A2}" srcId="{5017AA49-8567-4747-8C8D-6FE1CB7896A3}" destId="{E1B8C2A4-6152-4A5F-97F8-78F744CA2A9A}" srcOrd="1" destOrd="0" parTransId="{2C0B2AA2-B0A1-435E-963B-4B7EF055EE7C}" sibTransId="{734DA8B5-F57B-401D-9218-A92B3CAD7E39}"/>
    <dgm:cxn modelId="{5681F506-9B2C-4EE5-AD89-8BBC26CDCAAF}" type="presParOf" srcId="{EDC145C7-C48E-4039-A8E0-ECB84C12DFF5}" destId="{17C387DA-1235-4C93-8475-A961BCBFF0C6}" srcOrd="0" destOrd="0" presId="urn:microsoft.com/office/officeart/2018/2/layout/IconVerticalSolidList"/>
    <dgm:cxn modelId="{78686EA7-9EBA-47A3-9A0E-2DDCD25BC082}" type="presParOf" srcId="{17C387DA-1235-4C93-8475-A961BCBFF0C6}" destId="{ABD2E9F1-F09F-478E-B262-9DB84D28CCD2}" srcOrd="0" destOrd="0" presId="urn:microsoft.com/office/officeart/2018/2/layout/IconVerticalSolidList"/>
    <dgm:cxn modelId="{4372192B-1CEC-4673-9C96-974954CD5B73}" type="presParOf" srcId="{17C387DA-1235-4C93-8475-A961BCBFF0C6}" destId="{0D924887-CA3F-4D48-AE7B-F13F1EDF7571}" srcOrd="1" destOrd="0" presId="urn:microsoft.com/office/officeart/2018/2/layout/IconVerticalSolidList"/>
    <dgm:cxn modelId="{43DE63C0-6374-4140-96CA-483B86E4EFDC}" type="presParOf" srcId="{17C387DA-1235-4C93-8475-A961BCBFF0C6}" destId="{86DD9198-E4FC-4A7F-AE01-0015030D6C85}" srcOrd="2" destOrd="0" presId="urn:microsoft.com/office/officeart/2018/2/layout/IconVerticalSolidList"/>
    <dgm:cxn modelId="{A978F281-84A4-4D52-9C96-806746DB45D2}" type="presParOf" srcId="{17C387DA-1235-4C93-8475-A961BCBFF0C6}" destId="{78825C79-2B26-4B30-863C-DE23D6AAB32E}" srcOrd="3" destOrd="0" presId="urn:microsoft.com/office/officeart/2018/2/layout/IconVerticalSolidList"/>
    <dgm:cxn modelId="{2D5D1BDC-81F5-492A-A273-722426B7271C}" type="presParOf" srcId="{EDC145C7-C48E-4039-A8E0-ECB84C12DFF5}" destId="{164E0F17-1729-40F9-977E-4C6AB47B4672}" srcOrd="1" destOrd="0" presId="urn:microsoft.com/office/officeart/2018/2/layout/IconVerticalSolidList"/>
    <dgm:cxn modelId="{BF4F8F6F-0165-4F5D-9F65-56E59EA087B4}" type="presParOf" srcId="{EDC145C7-C48E-4039-A8E0-ECB84C12DFF5}" destId="{802F932D-C59E-4155-A9CA-075F8E4A2F59}" srcOrd="2" destOrd="0" presId="urn:microsoft.com/office/officeart/2018/2/layout/IconVerticalSolidList"/>
    <dgm:cxn modelId="{48608419-9858-4C1A-94ED-82A91136F53E}" type="presParOf" srcId="{802F932D-C59E-4155-A9CA-075F8E4A2F59}" destId="{E108C687-C9A1-47AC-A443-1ECC201CDA9E}" srcOrd="0" destOrd="0" presId="urn:microsoft.com/office/officeart/2018/2/layout/IconVerticalSolidList"/>
    <dgm:cxn modelId="{66370F88-A9B5-48A7-99F6-CB8B03AB1843}" type="presParOf" srcId="{802F932D-C59E-4155-A9CA-075F8E4A2F59}" destId="{451841FB-B046-4784-ADB5-AED6B2051517}" srcOrd="1" destOrd="0" presId="urn:microsoft.com/office/officeart/2018/2/layout/IconVerticalSolidList"/>
    <dgm:cxn modelId="{16C361AD-FBA2-4063-B59B-22A2AA217102}" type="presParOf" srcId="{802F932D-C59E-4155-A9CA-075F8E4A2F59}" destId="{0690B97E-9DFB-46A5-948A-31A28884D8A9}" srcOrd="2" destOrd="0" presId="urn:microsoft.com/office/officeart/2018/2/layout/IconVerticalSolidList"/>
    <dgm:cxn modelId="{AE61A030-61D7-4896-B76D-AE1292BC2403}" type="presParOf" srcId="{802F932D-C59E-4155-A9CA-075F8E4A2F59}" destId="{A593389F-7EA0-40CE-9982-69B9EF813CD7}" srcOrd="3" destOrd="0" presId="urn:microsoft.com/office/officeart/2018/2/layout/IconVerticalSolidList"/>
    <dgm:cxn modelId="{9CBEFCE9-690A-4945-998B-0CE4CBF903A3}" type="presParOf" srcId="{EDC145C7-C48E-4039-A8E0-ECB84C12DFF5}" destId="{95F0E457-D35F-44C8-8A6A-08D3D6B07D29}" srcOrd="3" destOrd="0" presId="urn:microsoft.com/office/officeart/2018/2/layout/IconVerticalSolidList"/>
    <dgm:cxn modelId="{A6A8E16F-804A-4AE7-9B7B-D8DC9386E366}" type="presParOf" srcId="{EDC145C7-C48E-4039-A8E0-ECB84C12DFF5}" destId="{3F4696AD-8120-4D6D-A173-B7F9127CBD6A}" srcOrd="4" destOrd="0" presId="urn:microsoft.com/office/officeart/2018/2/layout/IconVerticalSolidList"/>
    <dgm:cxn modelId="{26D0906F-41C7-4C1A-B2AF-211BDB033EF8}" type="presParOf" srcId="{3F4696AD-8120-4D6D-A173-B7F9127CBD6A}" destId="{657F15BE-06D3-4887-A0CB-6181C6D0CA36}" srcOrd="0" destOrd="0" presId="urn:microsoft.com/office/officeart/2018/2/layout/IconVerticalSolidList"/>
    <dgm:cxn modelId="{85C8C788-3A97-4173-9FD2-7F4A1DA98AE9}" type="presParOf" srcId="{3F4696AD-8120-4D6D-A173-B7F9127CBD6A}" destId="{3FC07CCE-69FA-4C73-9A18-5CC0B3778FBB}" srcOrd="1" destOrd="0" presId="urn:microsoft.com/office/officeart/2018/2/layout/IconVerticalSolidList"/>
    <dgm:cxn modelId="{149035C1-BA72-4430-A9F6-9A1610E3862E}" type="presParOf" srcId="{3F4696AD-8120-4D6D-A173-B7F9127CBD6A}" destId="{44201EDF-7A1C-4A4B-8C44-D64C232F257D}" srcOrd="2" destOrd="0" presId="urn:microsoft.com/office/officeart/2018/2/layout/IconVerticalSolidList"/>
    <dgm:cxn modelId="{912D832C-BA72-4CA3-99E8-6ABF221AF140}" type="presParOf" srcId="{3F4696AD-8120-4D6D-A173-B7F9127CBD6A}" destId="{513504B5-DCA6-4F3C-AA5D-34F37E33ED64}" srcOrd="3" destOrd="0" presId="urn:microsoft.com/office/officeart/2018/2/layout/IconVerticalSolidList"/>
    <dgm:cxn modelId="{9DF2F53C-829D-419E-A92A-7D3F196052B2}" type="presParOf" srcId="{EDC145C7-C48E-4039-A8E0-ECB84C12DFF5}" destId="{C48482BA-4F65-49E0-8373-3E4DEBEB0983}" srcOrd="5" destOrd="0" presId="urn:microsoft.com/office/officeart/2018/2/layout/IconVerticalSolidList"/>
    <dgm:cxn modelId="{7E77C945-5A0C-45DE-A62F-3287422FD6F0}" type="presParOf" srcId="{EDC145C7-C48E-4039-A8E0-ECB84C12DFF5}" destId="{25875792-25BB-47AD-BC2C-7A3FB32E5A75}" srcOrd="6" destOrd="0" presId="urn:microsoft.com/office/officeart/2018/2/layout/IconVerticalSolidList"/>
    <dgm:cxn modelId="{C9D90617-4CFB-4D7D-B9E2-84E1F5E8211E}" type="presParOf" srcId="{25875792-25BB-47AD-BC2C-7A3FB32E5A75}" destId="{2EB3425B-DC8E-4A76-8258-6BA2FAE5D183}" srcOrd="0" destOrd="0" presId="urn:microsoft.com/office/officeart/2018/2/layout/IconVerticalSolidList"/>
    <dgm:cxn modelId="{BF4133A3-02B4-4EE3-9DBD-4CBA6D53692F}" type="presParOf" srcId="{25875792-25BB-47AD-BC2C-7A3FB32E5A75}" destId="{513FE90F-F10C-46C7-80E5-29FF627F6110}" srcOrd="1" destOrd="0" presId="urn:microsoft.com/office/officeart/2018/2/layout/IconVerticalSolidList"/>
    <dgm:cxn modelId="{88BC9476-9681-45DD-910E-3A4B3B37471B}" type="presParOf" srcId="{25875792-25BB-47AD-BC2C-7A3FB32E5A75}" destId="{C7D69D6F-EC60-4B35-93BC-488071423B44}" srcOrd="2" destOrd="0" presId="urn:microsoft.com/office/officeart/2018/2/layout/IconVerticalSolidList"/>
    <dgm:cxn modelId="{F49B48A4-3DDB-46A2-A342-444E3500A3AB}" type="presParOf" srcId="{25875792-25BB-47AD-BC2C-7A3FB32E5A75}" destId="{BCA1F46B-8DE2-473C-80E3-CC4FB0FC382B}" srcOrd="3" destOrd="0" presId="urn:microsoft.com/office/officeart/2018/2/layout/IconVerticalSolidList"/>
    <dgm:cxn modelId="{6ABC4014-1D35-43AF-B370-4A9F44AF620D}" type="presParOf" srcId="{EDC145C7-C48E-4039-A8E0-ECB84C12DFF5}" destId="{17765499-A039-47EC-9598-D20B98F27BBF}" srcOrd="7" destOrd="0" presId="urn:microsoft.com/office/officeart/2018/2/layout/IconVerticalSolidList"/>
    <dgm:cxn modelId="{BC9D5734-45AD-4773-B12D-B489C8B24032}" type="presParOf" srcId="{EDC145C7-C48E-4039-A8E0-ECB84C12DFF5}" destId="{27707D23-585A-4943-9A81-4782E062DFBD}" srcOrd="8" destOrd="0" presId="urn:microsoft.com/office/officeart/2018/2/layout/IconVerticalSolidList"/>
    <dgm:cxn modelId="{CCFC5398-D36C-4567-9370-300E8886AF17}" type="presParOf" srcId="{27707D23-585A-4943-9A81-4782E062DFBD}" destId="{41CF3F56-E1EE-42AD-9275-626E57AC7696}" srcOrd="0" destOrd="0" presId="urn:microsoft.com/office/officeart/2018/2/layout/IconVerticalSolidList"/>
    <dgm:cxn modelId="{16F45704-8C6B-49B9-99BC-267EC1C138F9}" type="presParOf" srcId="{27707D23-585A-4943-9A81-4782E062DFBD}" destId="{A7C8F78F-B718-4DF4-BAC2-19BF588066FF}" srcOrd="1" destOrd="0" presId="urn:microsoft.com/office/officeart/2018/2/layout/IconVerticalSolidList"/>
    <dgm:cxn modelId="{9C36972D-754B-41A0-8DD2-9A27AA007B2B}" type="presParOf" srcId="{27707D23-585A-4943-9A81-4782E062DFBD}" destId="{36BBEE79-1683-4A2F-8488-6063D36298A6}" srcOrd="2" destOrd="0" presId="urn:microsoft.com/office/officeart/2018/2/layout/IconVerticalSolidList"/>
    <dgm:cxn modelId="{4CB179B2-723F-4186-874A-F3538E9EE2D1}" type="presParOf" srcId="{27707D23-585A-4943-9A81-4782E062DFBD}" destId="{A4F4C66E-4872-4944-A025-01245EBA5B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CD9A77-2906-4754-BE84-FC5AAA18DBD7}">
      <dsp:nvSpPr>
        <dsp:cNvPr id="0" name=""/>
        <dsp:cNvSpPr/>
      </dsp:nvSpPr>
      <dsp:spPr>
        <a:xfrm>
          <a:off x="0" y="4122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D6666-A9F3-4A2A-BAF9-F2576625EF6C}">
      <dsp:nvSpPr>
        <dsp:cNvPr id="0" name=""/>
        <dsp:cNvSpPr/>
      </dsp:nvSpPr>
      <dsp:spPr>
        <a:xfrm>
          <a:off x="265625" y="201695"/>
          <a:ext cx="482955" cy="48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BFF73-5698-4197-81ED-BFFE6914991C}">
      <dsp:nvSpPr>
        <dsp:cNvPr id="0" name=""/>
        <dsp:cNvSpPr/>
      </dsp:nvSpPr>
      <dsp:spPr>
        <a:xfrm>
          <a:off x="1014206" y="4122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computer is an digital electronic machine that:</a:t>
          </a:r>
        </a:p>
      </dsp:txBody>
      <dsp:txXfrm>
        <a:off x="1014206" y="4122"/>
        <a:ext cx="5137356" cy="878100"/>
      </dsp:txXfrm>
    </dsp:sp>
    <dsp:sp modelId="{3F73C4E0-CBF2-4C9C-A86A-2E51E6B169F3}">
      <dsp:nvSpPr>
        <dsp:cNvPr id="0" name=""/>
        <dsp:cNvSpPr/>
      </dsp:nvSpPr>
      <dsp:spPr>
        <a:xfrm>
          <a:off x="0" y="1101748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E241C5-AE60-4785-9F6D-9EFD18DEE99E}">
      <dsp:nvSpPr>
        <dsp:cNvPr id="0" name=""/>
        <dsp:cNvSpPr/>
      </dsp:nvSpPr>
      <dsp:spPr>
        <a:xfrm>
          <a:off x="265625" y="1299321"/>
          <a:ext cx="482955" cy="48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6FBBD-3902-448B-A8BF-8FEEB15709AE}">
      <dsp:nvSpPr>
        <dsp:cNvPr id="0" name=""/>
        <dsp:cNvSpPr/>
      </dsp:nvSpPr>
      <dsp:spPr>
        <a:xfrm>
          <a:off x="1014206" y="1101748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Accepts data (Input)</a:t>
          </a:r>
        </a:p>
      </dsp:txBody>
      <dsp:txXfrm>
        <a:off x="1014206" y="1101748"/>
        <a:ext cx="5137356" cy="878100"/>
      </dsp:txXfrm>
    </dsp:sp>
    <dsp:sp modelId="{410050F5-EDDF-49C1-B05A-4257915DA2AD}">
      <dsp:nvSpPr>
        <dsp:cNvPr id="0" name=""/>
        <dsp:cNvSpPr/>
      </dsp:nvSpPr>
      <dsp:spPr>
        <a:xfrm>
          <a:off x="0" y="2199374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1EE8C0-57CA-479D-B477-86CD33E1983E}">
      <dsp:nvSpPr>
        <dsp:cNvPr id="0" name=""/>
        <dsp:cNvSpPr/>
      </dsp:nvSpPr>
      <dsp:spPr>
        <a:xfrm>
          <a:off x="265625" y="2396947"/>
          <a:ext cx="482955" cy="48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94CF9-4F2C-44B9-A9C7-8E66B48916A4}">
      <dsp:nvSpPr>
        <dsp:cNvPr id="0" name=""/>
        <dsp:cNvSpPr/>
      </dsp:nvSpPr>
      <dsp:spPr>
        <a:xfrm>
          <a:off x="1014206" y="2199374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Processes the data</a:t>
          </a:r>
        </a:p>
      </dsp:txBody>
      <dsp:txXfrm>
        <a:off x="1014206" y="2199374"/>
        <a:ext cx="5137356" cy="878100"/>
      </dsp:txXfrm>
    </dsp:sp>
    <dsp:sp modelId="{A3A65690-8EDF-480D-A69D-0DB97C171ED7}">
      <dsp:nvSpPr>
        <dsp:cNvPr id="0" name=""/>
        <dsp:cNvSpPr/>
      </dsp:nvSpPr>
      <dsp:spPr>
        <a:xfrm>
          <a:off x="0" y="3297000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DDAAF-17BD-4A9A-8160-5AB7E8880C54}">
      <dsp:nvSpPr>
        <dsp:cNvPr id="0" name=""/>
        <dsp:cNvSpPr/>
      </dsp:nvSpPr>
      <dsp:spPr>
        <a:xfrm>
          <a:off x="265625" y="3494573"/>
          <a:ext cx="482955" cy="48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66601-8D19-4560-9B79-04D3D5901881}">
      <dsp:nvSpPr>
        <dsp:cNvPr id="0" name=""/>
        <dsp:cNvSpPr/>
      </dsp:nvSpPr>
      <dsp:spPr>
        <a:xfrm>
          <a:off x="1014206" y="3297000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Stores the data</a:t>
          </a:r>
        </a:p>
      </dsp:txBody>
      <dsp:txXfrm>
        <a:off x="1014206" y="3297000"/>
        <a:ext cx="5137356" cy="878100"/>
      </dsp:txXfrm>
    </dsp:sp>
    <dsp:sp modelId="{84E81933-C025-497B-8743-EFDA46AEAA4F}">
      <dsp:nvSpPr>
        <dsp:cNvPr id="0" name=""/>
        <dsp:cNvSpPr/>
      </dsp:nvSpPr>
      <dsp:spPr>
        <a:xfrm>
          <a:off x="0" y="4394626"/>
          <a:ext cx="6151562" cy="878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F1322-8079-415E-96AA-B12F0407C62F}">
      <dsp:nvSpPr>
        <dsp:cNvPr id="0" name=""/>
        <dsp:cNvSpPr/>
      </dsp:nvSpPr>
      <dsp:spPr>
        <a:xfrm>
          <a:off x="265625" y="4592199"/>
          <a:ext cx="482955" cy="48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92B2E-39E3-4ABF-BB5F-DA196C402A8E}">
      <dsp:nvSpPr>
        <dsp:cNvPr id="0" name=""/>
        <dsp:cNvSpPr/>
      </dsp:nvSpPr>
      <dsp:spPr>
        <a:xfrm>
          <a:off x="1014206" y="4394626"/>
          <a:ext cx="5137356" cy="878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2" tIns="92932" rIns="92932" bIns="929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Produces information (Output)</a:t>
          </a:r>
        </a:p>
      </dsp:txBody>
      <dsp:txXfrm>
        <a:off x="1014206" y="4394626"/>
        <a:ext cx="5137356" cy="878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4D11D-14C5-42E8-BD93-22FAEA417C8D}">
      <dsp:nvSpPr>
        <dsp:cNvPr id="0" name=""/>
        <dsp:cNvSpPr/>
      </dsp:nvSpPr>
      <dsp:spPr>
        <a:xfrm>
          <a:off x="0" y="2190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D654E-3432-42A1-BD89-6B43C405ADAB}">
      <dsp:nvSpPr>
        <dsp:cNvPr id="0" name=""/>
        <dsp:cNvSpPr/>
      </dsp:nvSpPr>
      <dsp:spPr>
        <a:xfrm>
          <a:off x="335773" y="251938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58B31-1C8D-41CD-B45F-06DEB528F37A}">
      <dsp:nvSpPr>
        <dsp:cNvPr id="0" name=""/>
        <dsp:cNvSpPr/>
      </dsp:nvSpPr>
      <dsp:spPr>
        <a:xfrm>
          <a:off x="1282042" y="2190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Input (Entering Password)</a:t>
          </a:r>
        </a:p>
      </dsp:txBody>
      <dsp:txXfrm>
        <a:off x="1282042" y="2190"/>
        <a:ext cx="4869520" cy="1109993"/>
      </dsp:txXfrm>
    </dsp:sp>
    <dsp:sp modelId="{E56E71AB-F040-4447-8936-CF59E98AF2A8}">
      <dsp:nvSpPr>
        <dsp:cNvPr id="0" name=""/>
        <dsp:cNvSpPr/>
      </dsp:nvSpPr>
      <dsp:spPr>
        <a:xfrm>
          <a:off x="0" y="1389682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96A77-9ACA-4327-9157-E857E027FE8B}">
      <dsp:nvSpPr>
        <dsp:cNvPr id="0" name=""/>
        <dsp:cNvSpPr/>
      </dsp:nvSpPr>
      <dsp:spPr>
        <a:xfrm>
          <a:off x="335773" y="1639430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18059-192B-42E3-9478-2A0C292015C9}">
      <dsp:nvSpPr>
        <dsp:cNvPr id="0" name=""/>
        <dsp:cNvSpPr/>
      </dsp:nvSpPr>
      <dsp:spPr>
        <a:xfrm>
          <a:off x="1282042" y="1389682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Process (System Verifies)</a:t>
          </a:r>
        </a:p>
      </dsp:txBody>
      <dsp:txXfrm>
        <a:off x="1282042" y="1389682"/>
        <a:ext cx="4869520" cy="1109993"/>
      </dsp:txXfrm>
    </dsp:sp>
    <dsp:sp modelId="{1577275A-5F05-4A6C-BEA8-526452C26FB1}">
      <dsp:nvSpPr>
        <dsp:cNvPr id="0" name=""/>
        <dsp:cNvSpPr/>
      </dsp:nvSpPr>
      <dsp:spPr>
        <a:xfrm>
          <a:off x="0" y="2777174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64781-9598-4C01-B7A1-F3A70ED71FD1}">
      <dsp:nvSpPr>
        <dsp:cNvPr id="0" name=""/>
        <dsp:cNvSpPr/>
      </dsp:nvSpPr>
      <dsp:spPr>
        <a:xfrm>
          <a:off x="335773" y="3026922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FB0E2-B609-45EC-B47F-09185E4FEA0B}">
      <dsp:nvSpPr>
        <dsp:cNvPr id="0" name=""/>
        <dsp:cNvSpPr/>
      </dsp:nvSpPr>
      <dsp:spPr>
        <a:xfrm>
          <a:off x="1282042" y="2777174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Output (Show Result)</a:t>
          </a:r>
        </a:p>
      </dsp:txBody>
      <dsp:txXfrm>
        <a:off x="1282042" y="2777174"/>
        <a:ext cx="4869520" cy="1109993"/>
      </dsp:txXfrm>
    </dsp:sp>
    <dsp:sp modelId="{FA90A810-7296-4E67-867F-3335966482E7}">
      <dsp:nvSpPr>
        <dsp:cNvPr id="0" name=""/>
        <dsp:cNvSpPr/>
      </dsp:nvSpPr>
      <dsp:spPr>
        <a:xfrm>
          <a:off x="0" y="4164666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2BC98D-A516-4505-8471-D967B17F4B14}">
      <dsp:nvSpPr>
        <dsp:cNvPr id="0" name=""/>
        <dsp:cNvSpPr/>
      </dsp:nvSpPr>
      <dsp:spPr>
        <a:xfrm>
          <a:off x="335773" y="4414414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E0712-D267-4587-B551-7FA35FD55A8A}">
      <dsp:nvSpPr>
        <dsp:cNvPr id="0" name=""/>
        <dsp:cNvSpPr/>
      </dsp:nvSpPr>
      <dsp:spPr>
        <a:xfrm>
          <a:off x="1282042" y="4164666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Storage (Store/Retrieve data)</a:t>
          </a:r>
        </a:p>
      </dsp:txBody>
      <dsp:txXfrm>
        <a:off x="1282042" y="4164666"/>
        <a:ext cx="4869520" cy="11099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43DEA-D03A-4B71-9F2D-3321E8C9A5AF}">
      <dsp:nvSpPr>
        <dsp:cNvPr id="0" name=""/>
        <dsp:cNvSpPr/>
      </dsp:nvSpPr>
      <dsp:spPr>
        <a:xfrm>
          <a:off x="0" y="644"/>
          <a:ext cx="615156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0281D3-E3D3-4EEE-AD4A-F899CB863D04}">
      <dsp:nvSpPr>
        <dsp:cNvPr id="0" name=""/>
        <dsp:cNvSpPr/>
      </dsp:nvSpPr>
      <dsp:spPr>
        <a:xfrm>
          <a:off x="0" y="644"/>
          <a:ext cx="6151562" cy="1055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Before computers:</a:t>
          </a:r>
          <a:endParaRPr lang="en-US" sz="3200" kern="1200"/>
        </a:p>
      </dsp:txBody>
      <dsp:txXfrm>
        <a:off x="0" y="644"/>
        <a:ext cx="6151562" cy="1055112"/>
      </dsp:txXfrm>
    </dsp:sp>
    <dsp:sp modelId="{F4413FB9-1B75-4234-8E83-C40811165A7D}">
      <dsp:nvSpPr>
        <dsp:cNvPr id="0" name=""/>
        <dsp:cNvSpPr/>
      </dsp:nvSpPr>
      <dsp:spPr>
        <a:xfrm>
          <a:off x="0" y="1055756"/>
          <a:ext cx="6151562" cy="0"/>
        </a:xfrm>
        <a:prstGeom prst="line">
          <a:avLst/>
        </a:prstGeom>
        <a:gradFill rotWithShape="0">
          <a:gsLst>
            <a:gs pos="0">
              <a:schemeClr val="accent2">
                <a:hueOff val="-2489545"/>
                <a:satOff val="13319"/>
                <a:lumOff val="98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2489545"/>
                <a:satOff val="13319"/>
                <a:lumOff val="98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2489545"/>
                <a:satOff val="13319"/>
                <a:lumOff val="98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489545"/>
              <a:satOff val="13319"/>
              <a:lumOff val="9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C2198D-571F-4A7D-9866-C7662C1A21A0}">
      <dsp:nvSpPr>
        <dsp:cNvPr id="0" name=""/>
        <dsp:cNvSpPr/>
      </dsp:nvSpPr>
      <dsp:spPr>
        <a:xfrm>
          <a:off x="0" y="1055756"/>
          <a:ext cx="6151562" cy="1055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Calculations took days</a:t>
          </a:r>
        </a:p>
      </dsp:txBody>
      <dsp:txXfrm>
        <a:off x="0" y="1055756"/>
        <a:ext cx="6151562" cy="1055112"/>
      </dsp:txXfrm>
    </dsp:sp>
    <dsp:sp modelId="{31D4CA7B-A87F-4C53-8DDB-33035D2F22C1}">
      <dsp:nvSpPr>
        <dsp:cNvPr id="0" name=""/>
        <dsp:cNvSpPr/>
      </dsp:nvSpPr>
      <dsp:spPr>
        <a:xfrm>
          <a:off x="0" y="2110868"/>
          <a:ext cx="6151562" cy="0"/>
        </a:xfrm>
        <a:prstGeom prst="line">
          <a:avLst/>
        </a:prstGeom>
        <a:gradFill rotWithShape="0">
          <a:gsLst>
            <a:gs pos="0">
              <a:schemeClr val="accent2">
                <a:hueOff val="-4979090"/>
                <a:satOff val="26639"/>
                <a:lumOff val="196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4979090"/>
                <a:satOff val="26639"/>
                <a:lumOff val="196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4979090"/>
                <a:satOff val="26639"/>
                <a:lumOff val="196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4979090"/>
              <a:satOff val="26639"/>
              <a:lumOff val="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6917A3-C91A-46F6-9BCF-4B6250D87263}">
      <dsp:nvSpPr>
        <dsp:cNvPr id="0" name=""/>
        <dsp:cNvSpPr/>
      </dsp:nvSpPr>
      <dsp:spPr>
        <a:xfrm>
          <a:off x="0" y="2110868"/>
          <a:ext cx="6151562" cy="1055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Weather prediction was difficult</a:t>
          </a:r>
        </a:p>
      </dsp:txBody>
      <dsp:txXfrm>
        <a:off x="0" y="2110868"/>
        <a:ext cx="6151562" cy="1055112"/>
      </dsp:txXfrm>
    </dsp:sp>
    <dsp:sp modelId="{FE93C238-1C32-4951-92EA-E2F6F7AF93BC}">
      <dsp:nvSpPr>
        <dsp:cNvPr id="0" name=""/>
        <dsp:cNvSpPr/>
      </dsp:nvSpPr>
      <dsp:spPr>
        <a:xfrm>
          <a:off x="0" y="3165981"/>
          <a:ext cx="6151562" cy="0"/>
        </a:xfrm>
        <a:prstGeom prst="line">
          <a:avLst/>
        </a:prstGeom>
        <a:gradFill rotWithShape="0">
          <a:gsLst>
            <a:gs pos="0">
              <a:schemeClr val="accent2">
                <a:hueOff val="-7468635"/>
                <a:satOff val="39959"/>
                <a:lumOff val="29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7468635"/>
                <a:satOff val="39959"/>
                <a:lumOff val="29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7468635"/>
                <a:satOff val="39959"/>
                <a:lumOff val="29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7468635"/>
              <a:satOff val="39959"/>
              <a:lumOff val="29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4A4D49-806D-49CD-B06D-52416ECDD6BE}">
      <dsp:nvSpPr>
        <dsp:cNvPr id="0" name=""/>
        <dsp:cNvSpPr/>
      </dsp:nvSpPr>
      <dsp:spPr>
        <a:xfrm>
          <a:off x="0" y="3165981"/>
          <a:ext cx="6151562" cy="1055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Records were maintained manually</a:t>
          </a:r>
        </a:p>
      </dsp:txBody>
      <dsp:txXfrm>
        <a:off x="0" y="3165981"/>
        <a:ext cx="6151562" cy="1055112"/>
      </dsp:txXfrm>
    </dsp:sp>
    <dsp:sp modelId="{D68A5672-5CA2-40BC-98C7-9E9DC2512117}">
      <dsp:nvSpPr>
        <dsp:cNvPr id="0" name=""/>
        <dsp:cNvSpPr/>
      </dsp:nvSpPr>
      <dsp:spPr>
        <a:xfrm>
          <a:off x="0" y="4221093"/>
          <a:ext cx="6151562" cy="0"/>
        </a:xfrm>
        <a:prstGeom prst="line">
          <a:avLst/>
        </a:prstGeom>
        <a:gradFill rotWithShape="0">
          <a:gsLst>
            <a:gs pos="0">
              <a:schemeClr val="accent2">
                <a:hueOff val="-9958180"/>
                <a:satOff val="53278"/>
                <a:lumOff val="392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9958180"/>
                <a:satOff val="53278"/>
                <a:lumOff val="392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9958180"/>
                <a:satOff val="53278"/>
                <a:lumOff val="392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9958180"/>
              <a:satOff val="53278"/>
              <a:lumOff val="3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099272-E381-4DB1-8259-6D921A2BAF8C}">
      <dsp:nvSpPr>
        <dsp:cNvPr id="0" name=""/>
        <dsp:cNvSpPr/>
      </dsp:nvSpPr>
      <dsp:spPr>
        <a:xfrm>
          <a:off x="0" y="4221093"/>
          <a:ext cx="6151562" cy="1055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Communication was slow</a:t>
          </a:r>
        </a:p>
      </dsp:txBody>
      <dsp:txXfrm>
        <a:off x="0" y="4221093"/>
        <a:ext cx="6151562" cy="10551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631CF-640C-47DC-8671-BDFA6DC8258E}">
      <dsp:nvSpPr>
        <dsp:cNvPr id="0" name=""/>
        <dsp:cNvSpPr/>
      </dsp:nvSpPr>
      <dsp:spPr>
        <a:xfrm>
          <a:off x="0" y="644"/>
          <a:ext cx="615156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B87F0D-DAA1-42F0-B69B-ACA734609701}">
      <dsp:nvSpPr>
        <dsp:cNvPr id="0" name=""/>
        <dsp:cNvSpPr/>
      </dsp:nvSpPr>
      <dsp:spPr>
        <a:xfrm>
          <a:off x="0" y="644"/>
          <a:ext cx="6151562" cy="753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Speed </a:t>
          </a:r>
        </a:p>
      </dsp:txBody>
      <dsp:txXfrm>
        <a:off x="0" y="644"/>
        <a:ext cx="6151562" cy="753651"/>
      </dsp:txXfrm>
    </dsp:sp>
    <dsp:sp modelId="{D2A02772-302E-4241-8851-64EE69532745}">
      <dsp:nvSpPr>
        <dsp:cNvPr id="0" name=""/>
        <dsp:cNvSpPr/>
      </dsp:nvSpPr>
      <dsp:spPr>
        <a:xfrm>
          <a:off x="0" y="754295"/>
          <a:ext cx="615156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133601-82E6-4D1E-B2DE-2C1772CBEFA7}">
      <dsp:nvSpPr>
        <dsp:cNvPr id="0" name=""/>
        <dsp:cNvSpPr/>
      </dsp:nvSpPr>
      <dsp:spPr>
        <a:xfrm>
          <a:off x="0" y="754295"/>
          <a:ext cx="6151562" cy="753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Accuracy</a:t>
          </a:r>
        </a:p>
      </dsp:txBody>
      <dsp:txXfrm>
        <a:off x="0" y="754295"/>
        <a:ext cx="6151562" cy="753651"/>
      </dsp:txXfrm>
    </dsp:sp>
    <dsp:sp modelId="{D59C17F6-2BF8-4EEF-A723-9BDD52E5333F}">
      <dsp:nvSpPr>
        <dsp:cNvPr id="0" name=""/>
        <dsp:cNvSpPr/>
      </dsp:nvSpPr>
      <dsp:spPr>
        <a:xfrm>
          <a:off x="0" y="1507947"/>
          <a:ext cx="615156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4E285A-0DAB-44E1-8D64-22700A3C5803}">
      <dsp:nvSpPr>
        <dsp:cNvPr id="0" name=""/>
        <dsp:cNvSpPr/>
      </dsp:nvSpPr>
      <dsp:spPr>
        <a:xfrm>
          <a:off x="0" y="1507947"/>
          <a:ext cx="6151562" cy="753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Storage Capacity</a:t>
          </a:r>
        </a:p>
      </dsp:txBody>
      <dsp:txXfrm>
        <a:off x="0" y="1507947"/>
        <a:ext cx="6151562" cy="753651"/>
      </dsp:txXfrm>
    </dsp:sp>
    <dsp:sp modelId="{A957F863-8A22-4AC3-851D-0E641E42E3A9}">
      <dsp:nvSpPr>
        <dsp:cNvPr id="0" name=""/>
        <dsp:cNvSpPr/>
      </dsp:nvSpPr>
      <dsp:spPr>
        <a:xfrm>
          <a:off x="0" y="2261599"/>
          <a:ext cx="615156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2B369A-C97E-4073-AD7A-85583E67D481}">
      <dsp:nvSpPr>
        <dsp:cNvPr id="0" name=""/>
        <dsp:cNvSpPr/>
      </dsp:nvSpPr>
      <dsp:spPr>
        <a:xfrm>
          <a:off x="0" y="2261599"/>
          <a:ext cx="6151562" cy="753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Automation</a:t>
          </a:r>
        </a:p>
      </dsp:txBody>
      <dsp:txXfrm>
        <a:off x="0" y="2261599"/>
        <a:ext cx="6151562" cy="753651"/>
      </dsp:txXfrm>
    </dsp:sp>
    <dsp:sp modelId="{668AEED9-5383-4E45-AA51-B04127F8EC3F}">
      <dsp:nvSpPr>
        <dsp:cNvPr id="0" name=""/>
        <dsp:cNvSpPr/>
      </dsp:nvSpPr>
      <dsp:spPr>
        <a:xfrm>
          <a:off x="0" y="3015250"/>
          <a:ext cx="615156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631909-AF43-42AF-B002-C14709173641}">
      <dsp:nvSpPr>
        <dsp:cNvPr id="0" name=""/>
        <dsp:cNvSpPr/>
      </dsp:nvSpPr>
      <dsp:spPr>
        <a:xfrm>
          <a:off x="0" y="3015250"/>
          <a:ext cx="6151562" cy="753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Reliability</a:t>
          </a:r>
        </a:p>
      </dsp:txBody>
      <dsp:txXfrm>
        <a:off x="0" y="3015250"/>
        <a:ext cx="6151562" cy="753651"/>
      </dsp:txXfrm>
    </dsp:sp>
    <dsp:sp modelId="{BC680A2E-F370-4A4C-9AD8-40B52D0A237B}">
      <dsp:nvSpPr>
        <dsp:cNvPr id="0" name=""/>
        <dsp:cNvSpPr/>
      </dsp:nvSpPr>
      <dsp:spPr>
        <a:xfrm>
          <a:off x="0" y="3768902"/>
          <a:ext cx="615156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FD2BCF-F415-4EF0-8619-DC8A6D3504CE}">
      <dsp:nvSpPr>
        <dsp:cNvPr id="0" name=""/>
        <dsp:cNvSpPr/>
      </dsp:nvSpPr>
      <dsp:spPr>
        <a:xfrm>
          <a:off x="0" y="3768902"/>
          <a:ext cx="6151562" cy="753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Multitasking</a:t>
          </a:r>
        </a:p>
      </dsp:txBody>
      <dsp:txXfrm>
        <a:off x="0" y="3768902"/>
        <a:ext cx="6151562" cy="753651"/>
      </dsp:txXfrm>
    </dsp:sp>
    <dsp:sp modelId="{7FF73334-88E0-40AE-828E-39F022AF2807}">
      <dsp:nvSpPr>
        <dsp:cNvPr id="0" name=""/>
        <dsp:cNvSpPr/>
      </dsp:nvSpPr>
      <dsp:spPr>
        <a:xfrm>
          <a:off x="0" y="4522554"/>
          <a:ext cx="615156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4C81A1-2554-4424-B33A-497ABD3CCA0B}">
      <dsp:nvSpPr>
        <dsp:cNvPr id="0" name=""/>
        <dsp:cNvSpPr/>
      </dsp:nvSpPr>
      <dsp:spPr>
        <a:xfrm>
          <a:off x="0" y="4522554"/>
          <a:ext cx="6151562" cy="753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Versatility</a:t>
          </a:r>
        </a:p>
      </dsp:txBody>
      <dsp:txXfrm>
        <a:off x="0" y="4522554"/>
        <a:ext cx="6151562" cy="7536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B274B-DCA3-4C9F-AB0C-E8182D891498}">
      <dsp:nvSpPr>
        <dsp:cNvPr id="0" name=""/>
        <dsp:cNvSpPr/>
      </dsp:nvSpPr>
      <dsp:spPr>
        <a:xfrm>
          <a:off x="0" y="431805"/>
          <a:ext cx="615156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ADDE2-A1EB-41EF-8A80-26D94EE86B4D}">
      <dsp:nvSpPr>
        <dsp:cNvPr id="0" name=""/>
        <dsp:cNvSpPr/>
      </dsp:nvSpPr>
      <dsp:spPr>
        <a:xfrm>
          <a:off x="307578" y="92325"/>
          <a:ext cx="4306094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760" tIns="0" rIns="16276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Hardware </a:t>
          </a:r>
        </a:p>
      </dsp:txBody>
      <dsp:txXfrm>
        <a:off x="340722" y="125469"/>
        <a:ext cx="4239806" cy="612672"/>
      </dsp:txXfrm>
    </dsp:sp>
    <dsp:sp modelId="{2BF56913-4009-4267-B055-CE4F43189F79}">
      <dsp:nvSpPr>
        <dsp:cNvPr id="0" name=""/>
        <dsp:cNvSpPr/>
      </dsp:nvSpPr>
      <dsp:spPr>
        <a:xfrm>
          <a:off x="0" y="1475085"/>
          <a:ext cx="615156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E46DB9-0ED5-469A-AEE9-5EA3BE4A2E67}">
      <dsp:nvSpPr>
        <dsp:cNvPr id="0" name=""/>
        <dsp:cNvSpPr/>
      </dsp:nvSpPr>
      <dsp:spPr>
        <a:xfrm>
          <a:off x="307578" y="1135605"/>
          <a:ext cx="4306094" cy="6789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760" tIns="0" rIns="16276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Software</a:t>
          </a:r>
        </a:p>
      </dsp:txBody>
      <dsp:txXfrm>
        <a:off x="340722" y="1168749"/>
        <a:ext cx="4239806" cy="612672"/>
      </dsp:txXfrm>
    </dsp:sp>
    <dsp:sp modelId="{3BFFCC58-4ABD-4128-A06E-9393332CB166}">
      <dsp:nvSpPr>
        <dsp:cNvPr id="0" name=""/>
        <dsp:cNvSpPr/>
      </dsp:nvSpPr>
      <dsp:spPr>
        <a:xfrm>
          <a:off x="0" y="2518365"/>
          <a:ext cx="615156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31DA1-2789-4451-925B-D5C706C918EF}">
      <dsp:nvSpPr>
        <dsp:cNvPr id="0" name=""/>
        <dsp:cNvSpPr/>
      </dsp:nvSpPr>
      <dsp:spPr>
        <a:xfrm>
          <a:off x="307578" y="2178885"/>
          <a:ext cx="4306094" cy="6789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760" tIns="0" rIns="16276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</a:t>
          </a:r>
        </a:p>
      </dsp:txBody>
      <dsp:txXfrm>
        <a:off x="340722" y="2212029"/>
        <a:ext cx="4239806" cy="612672"/>
      </dsp:txXfrm>
    </dsp:sp>
    <dsp:sp modelId="{87291297-2095-45D6-A1FD-7E5EDCD4C8A5}">
      <dsp:nvSpPr>
        <dsp:cNvPr id="0" name=""/>
        <dsp:cNvSpPr/>
      </dsp:nvSpPr>
      <dsp:spPr>
        <a:xfrm>
          <a:off x="0" y="3561645"/>
          <a:ext cx="615156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F3036-A7FD-4B96-9BF9-7172EBB32538}">
      <dsp:nvSpPr>
        <dsp:cNvPr id="0" name=""/>
        <dsp:cNvSpPr/>
      </dsp:nvSpPr>
      <dsp:spPr>
        <a:xfrm>
          <a:off x="307578" y="3222165"/>
          <a:ext cx="4306094" cy="678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760" tIns="0" rIns="16276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Users</a:t>
          </a:r>
        </a:p>
      </dsp:txBody>
      <dsp:txXfrm>
        <a:off x="340722" y="3255309"/>
        <a:ext cx="4239806" cy="612672"/>
      </dsp:txXfrm>
    </dsp:sp>
    <dsp:sp modelId="{8C6EBB66-F064-49D2-BE16-37E31A76FF4E}">
      <dsp:nvSpPr>
        <dsp:cNvPr id="0" name=""/>
        <dsp:cNvSpPr/>
      </dsp:nvSpPr>
      <dsp:spPr>
        <a:xfrm>
          <a:off x="0" y="4604925"/>
          <a:ext cx="615156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1D2BF-76D4-43A1-9113-91C2F94B6607}">
      <dsp:nvSpPr>
        <dsp:cNvPr id="0" name=""/>
        <dsp:cNvSpPr/>
      </dsp:nvSpPr>
      <dsp:spPr>
        <a:xfrm>
          <a:off x="307578" y="4265445"/>
          <a:ext cx="4306094" cy="6789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760" tIns="0" rIns="16276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Procedures</a:t>
          </a:r>
        </a:p>
      </dsp:txBody>
      <dsp:txXfrm>
        <a:off x="340722" y="4298589"/>
        <a:ext cx="4239806" cy="6126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475293-78BB-4F3E-AF4B-B452D2C833AC}">
      <dsp:nvSpPr>
        <dsp:cNvPr id="0" name=""/>
        <dsp:cNvSpPr/>
      </dsp:nvSpPr>
      <dsp:spPr>
        <a:xfrm>
          <a:off x="0" y="2190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6521A-8D87-4D45-8C03-0289CE32423C}">
      <dsp:nvSpPr>
        <dsp:cNvPr id="0" name=""/>
        <dsp:cNvSpPr/>
      </dsp:nvSpPr>
      <dsp:spPr>
        <a:xfrm>
          <a:off x="335773" y="251938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66576-B3E2-4917-B7A5-E20F1C03CF17}">
      <dsp:nvSpPr>
        <dsp:cNvPr id="0" name=""/>
        <dsp:cNvSpPr/>
      </dsp:nvSpPr>
      <dsp:spPr>
        <a:xfrm>
          <a:off x="1282042" y="2190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Super-computer</a:t>
          </a:r>
        </a:p>
      </dsp:txBody>
      <dsp:txXfrm>
        <a:off x="1282042" y="2190"/>
        <a:ext cx="4869520" cy="1109993"/>
      </dsp:txXfrm>
    </dsp:sp>
    <dsp:sp modelId="{1F72DFF2-0A32-4FB5-9200-DFB6A98D931F}">
      <dsp:nvSpPr>
        <dsp:cNvPr id="0" name=""/>
        <dsp:cNvSpPr/>
      </dsp:nvSpPr>
      <dsp:spPr>
        <a:xfrm>
          <a:off x="0" y="1389682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45017-001F-48B9-845D-D5D1B0A53472}">
      <dsp:nvSpPr>
        <dsp:cNvPr id="0" name=""/>
        <dsp:cNvSpPr/>
      </dsp:nvSpPr>
      <dsp:spPr>
        <a:xfrm>
          <a:off x="335773" y="1639430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45709-C068-44AB-B4E7-F965DCB82401}">
      <dsp:nvSpPr>
        <dsp:cNvPr id="0" name=""/>
        <dsp:cNvSpPr/>
      </dsp:nvSpPr>
      <dsp:spPr>
        <a:xfrm>
          <a:off x="1282042" y="1389682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Main-frame Computer</a:t>
          </a:r>
        </a:p>
      </dsp:txBody>
      <dsp:txXfrm>
        <a:off x="1282042" y="1389682"/>
        <a:ext cx="4869520" cy="1109993"/>
      </dsp:txXfrm>
    </dsp:sp>
    <dsp:sp modelId="{1B165FE5-BD9A-4CF9-8B72-E2C77F3C649A}">
      <dsp:nvSpPr>
        <dsp:cNvPr id="0" name=""/>
        <dsp:cNvSpPr/>
      </dsp:nvSpPr>
      <dsp:spPr>
        <a:xfrm>
          <a:off x="0" y="2777174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BDD90F-2006-4A10-8BF3-E7EBFCBA90F6}">
      <dsp:nvSpPr>
        <dsp:cNvPr id="0" name=""/>
        <dsp:cNvSpPr/>
      </dsp:nvSpPr>
      <dsp:spPr>
        <a:xfrm>
          <a:off x="335773" y="3026922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E18BA-33F0-4DD4-8058-CD32FA8042C1}">
      <dsp:nvSpPr>
        <dsp:cNvPr id="0" name=""/>
        <dsp:cNvSpPr/>
      </dsp:nvSpPr>
      <dsp:spPr>
        <a:xfrm>
          <a:off x="1282042" y="2777174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Micro-computer</a:t>
          </a:r>
        </a:p>
      </dsp:txBody>
      <dsp:txXfrm>
        <a:off x="1282042" y="2777174"/>
        <a:ext cx="4869520" cy="1109993"/>
      </dsp:txXfrm>
    </dsp:sp>
    <dsp:sp modelId="{FD908EC8-7D56-4285-823A-5219E75A59D9}">
      <dsp:nvSpPr>
        <dsp:cNvPr id="0" name=""/>
        <dsp:cNvSpPr/>
      </dsp:nvSpPr>
      <dsp:spPr>
        <a:xfrm>
          <a:off x="0" y="4164666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27B84-42EC-461A-8A07-DA88D1506164}">
      <dsp:nvSpPr>
        <dsp:cNvPr id="0" name=""/>
        <dsp:cNvSpPr/>
      </dsp:nvSpPr>
      <dsp:spPr>
        <a:xfrm>
          <a:off x="335773" y="4414414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C5C12-7C2B-4ED8-B3D8-080CDB1CD624}">
      <dsp:nvSpPr>
        <dsp:cNvPr id="0" name=""/>
        <dsp:cNvSpPr/>
      </dsp:nvSpPr>
      <dsp:spPr>
        <a:xfrm>
          <a:off x="1282042" y="4164666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Mini-computer</a:t>
          </a:r>
        </a:p>
      </dsp:txBody>
      <dsp:txXfrm>
        <a:off x="1282042" y="4164666"/>
        <a:ext cx="4869520" cy="11099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2E9F1-F09F-478E-B262-9DB84D28CCD2}">
      <dsp:nvSpPr>
        <dsp:cNvPr id="0" name=""/>
        <dsp:cNvSpPr/>
      </dsp:nvSpPr>
      <dsp:spPr>
        <a:xfrm>
          <a:off x="0" y="3881"/>
          <a:ext cx="5651500" cy="826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24887-CA3F-4D48-AE7B-F13F1EDF7571}">
      <dsp:nvSpPr>
        <dsp:cNvPr id="0" name=""/>
        <dsp:cNvSpPr/>
      </dsp:nvSpPr>
      <dsp:spPr>
        <a:xfrm>
          <a:off x="250122" y="189923"/>
          <a:ext cx="454768" cy="4547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25C79-2B26-4B30-863C-DE23D6AAB32E}">
      <dsp:nvSpPr>
        <dsp:cNvPr id="0" name=""/>
        <dsp:cNvSpPr/>
      </dsp:nvSpPr>
      <dsp:spPr>
        <a:xfrm>
          <a:off x="955013" y="3881"/>
          <a:ext cx="4696486" cy="826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08" tIns="87508" rIns="87508" bIns="875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Saves time</a:t>
          </a:r>
        </a:p>
      </dsp:txBody>
      <dsp:txXfrm>
        <a:off x="955013" y="3881"/>
        <a:ext cx="4696486" cy="826851"/>
      </dsp:txXfrm>
    </dsp:sp>
    <dsp:sp modelId="{E108C687-C9A1-47AC-A443-1ECC201CDA9E}">
      <dsp:nvSpPr>
        <dsp:cNvPr id="0" name=""/>
        <dsp:cNvSpPr/>
      </dsp:nvSpPr>
      <dsp:spPr>
        <a:xfrm>
          <a:off x="0" y="1037446"/>
          <a:ext cx="5651500" cy="826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841FB-B046-4784-ADB5-AED6B2051517}">
      <dsp:nvSpPr>
        <dsp:cNvPr id="0" name=""/>
        <dsp:cNvSpPr/>
      </dsp:nvSpPr>
      <dsp:spPr>
        <a:xfrm>
          <a:off x="250122" y="1223488"/>
          <a:ext cx="454768" cy="4547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3389F-7EA0-40CE-9982-69B9EF813CD7}">
      <dsp:nvSpPr>
        <dsp:cNvPr id="0" name=""/>
        <dsp:cNvSpPr/>
      </dsp:nvSpPr>
      <dsp:spPr>
        <a:xfrm>
          <a:off x="955013" y="1037446"/>
          <a:ext cx="4696486" cy="826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08" tIns="87508" rIns="87508" bIns="875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Increases productivity</a:t>
          </a:r>
        </a:p>
      </dsp:txBody>
      <dsp:txXfrm>
        <a:off x="955013" y="1037446"/>
        <a:ext cx="4696486" cy="826851"/>
      </dsp:txXfrm>
    </dsp:sp>
    <dsp:sp modelId="{657F15BE-06D3-4887-A0CB-6181C6D0CA36}">
      <dsp:nvSpPr>
        <dsp:cNvPr id="0" name=""/>
        <dsp:cNvSpPr/>
      </dsp:nvSpPr>
      <dsp:spPr>
        <a:xfrm>
          <a:off x="0" y="2071011"/>
          <a:ext cx="5651500" cy="826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07CCE-69FA-4C73-9A18-5CC0B3778FBB}">
      <dsp:nvSpPr>
        <dsp:cNvPr id="0" name=""/>
        <dsp:cNvSpPr/>
      </dsp:nvSpPr>
      <dsp:spPr>
        <a:xfrm>
          <a:off x="250122" y="2257053"/>
          <a:ext cx="454768" cy="4547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504B5-DCA6-4F3C-AA5D-34F37E33ED64}">
      <dsp:nvSpPr>
        <dsp:cNvPr id="0" name=""/>
        <dsp:cNvSpPr/>
      </dsp:nvSpPr>
      <dsp:spPr>
        <a:xfrm>
          <a:off x="955013" y="2071011"/>
          <a:ext cx="4696486" cy="826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08" tIns="87508" rIns="87508" bIns="875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Reduces human effort</a:t>
          </a:r>
        </a:p>
      </dsp:txBody>
      <dsp:txXfrm>
        <a:off x="955013" y="2071011"/>
        <a:ext cx="4696486" cy="826851"/>
      </dsp:txXfrm>
    </dsp:sp>
    <dsp:sp modelId="{2EB3425B-DC8E-4A76-8258-6BA2FAE5D183}">
      <dsp:nvSpPr>
        <dsp:cNvPr id="0" name=""/>
        <dsp:cNvSpPr/>
      </dsp:nvSpPr>
      <dsp:spPr>
        <a:xfrm>
          <a:off x="0" y="3104576"/>
          <a:ext cx="5651500" cy="826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FE90F-F10C-46C7-80E5-29FF627F6110}">
      <dsp:nvSpPr>
        <dsp:cNvPr id="0" name=""/>
        <dsp:cNvSpPr/>
      </dsp:nvSpPr>
      <dsp:spPr>
        <a:xfrm>
          <a:off x="250122" y="3290618"/>
          <a:ext cx="454768" cy="4547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1F46B-8DE2-473C-80E3-CC4FB0FC382B}">
      <dsp:nvSpPr>
        <dsp:cNvPr id="0" name=""/>
        <dsp:cNvSpPr/>
      </dsp:nvSpPr>
      <dsp:spPr>
        <a:xfrm>
          <a:off x="955013" y="3104576"/>
          <a:ext cx="4696486" cy="826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08" tIns="87508" rIns="87508" bIns="875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Improves communication</a:t>
          </a:r>
        </a:p>
      </dsp:txBody>
      <dsp:txXfrm>
        <a:off x="955013" y="3104576"/>
        <a:ext cx="4696486" cy="826851"/>
      </dsp:txXfrm>
    </dsp:sp>
    <dsp:sp modelId="{41CF3F56-E1EE-42AD-9275-626E57AC7696}">
      <dsp:nvSpPr>
        <dsp:cNvPr id="0" name=""/>
        <dsp:cNvSpPr/>
      </dsp:nvSpPr>
      <dsp:spPr>
        <a:xfrm>
          <a:off x="0" y="4138141"/>
          <a:ext cx="5651500" cy="826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C8F78F-B718-4DF4-BAC2-19BF588066FF}">
      <dsp:nvSpPr>
        <dsp:cNvPr id="0" name=""/>
        <dsp:cNvSpPr/>
      </dsp:nvSpPr>
      <dsp:spPr>
        <a:xfrm>
          <a:off x="250122" y="4324182"/>
          <a:ext cx="454768" cy="4547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4C66E-4872-4944-A025-01245EBA5B15}">
      <dsp:nvSpPr>
        <dsp:cNvPr id="0" name=""/>
        <dsp:cNvSpPr/>
      </dsp:nvSpPr>
      <dsp:spPr>
        <a:xfrm>
          <a:off x="955013" y="4138141"/>
          <a:ext cx="4696486" cy="826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08" tIns="87508" rIns="87508" bIns="875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Helps in research</a:t>
          </a:r>
        </a:p>
      </dsp:txBody>
      <dsp:txXfrm>
        <a:off x="955013" y="4138141"/>
        <a:ext cx="4696486" cy="826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1F6A8-C4F5-4D46-BBC6-6879B21A9BAE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B3E49-EE80-428A-A3A9-13CBB829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63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B3E49-EE80-428A-A3A9-13CBB82976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39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22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33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380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77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39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68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9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98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30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5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8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96DB-25BE-4440-A12F-8B6AE4AD0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>
                <a:latin typeface="Algerian" panose="04020705040A02060702" pitchFamily="82" charset="0"/>
              </a:rPr>
              <a:t>Introduction to Computer System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706E6-BB63-6903-1B04-C3AE12BC26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Lecture: 1</a:t>
            </a:r>
          </a:p>
          <a:p>
            <a:r>
              <a:rPr lang="en-US" dirty="0"/>
              <a:t>Prepared by: Moin Khan</a:t>
            </a:r>
          </a:p>
        </p:txBody>
      </p:sp>
    </p:spTree>
    <p:extLst>
      <p:ext uri="{BB962C8B-B14F-4D97-AF65-F5344CB8AC3E}">
        <p14:creationId xmlns:p14="http://schemas.microsoft.com/office/powerpoint/2010/main" val="272247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B53BE1-D2E2-4E46-987E-211A9D500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21EF-7C33-FA86-A5B4-0F39E1DBB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30227"/>
            <a:ext cx="3401568" cy="1495794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What is a Computer?</a:t>
            </a:r>
            <a:br>
              <a:rPr lang="en-US" sz="2600">
                <a:solidFill>
                  <a:srgbClr val="FFFFFF"/>
                </a:solidFill>
              </a:rPr>
            </a:br>
            <a:endParaRPr lang="en-US" sz="2600">
              <a:solidFill>
                <a:srgbClr val="FFFFFF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B9713E-9F53-4A50-BDAA-CEB2A263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5115CD-DC74-351E-68A0-11DDD81F07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715079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6754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330B-10BB-FFC7-82E9-6219E01F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839" y="685354"/>
            <a:ext cx="7729728" cy="1188720"/>
          </a:xfrm>
        </p:spPr>
        <p:txBody>
          <a:bodyPr/>
          <a:lstStyle/>
          <a:p>
            <a:r>
              <a:rPr lang="en-US" dirty="0"/>
              <a:t>Cont.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15DD7-E092-F38D-4465-B20C234ED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6839" y="2064774"/>
            <a:ext cx="7729728" cy="39820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‘’Computer is an electronic device that can accept input data, process data, store data and produce output according to set of instructions /program’’.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			</a:t>
            </a:r>
            <a:r>
              <a:rPr lang="en-US" sz="2400" b="1" dirty="0"/>
              <a:t>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“A computer is a smart machine that helps humans perform work quickly, accurately, and efficiently.”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50391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B53BE1-D2E2-4E46-987E-211A9D500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06872-8D7C-3378-CC06-078DDC1B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30227"/>
            <a:ext cx="3401568" cy="1495794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5. Input → Process → Output Cycle</a:t>
            </a:r>
            <a:br>
              <a:rPr lang="en-US" sz="2000">
                <a:solidFill>
                  <a:srgbClr val="FFFFFF"/>
                </a:solidFill>
              </a:rPr>
            </a:br>
            <a:endParaRPr lang="en-US" sz="2000">
              <a:solidFill>
                <a:srgbClr val="FFFFFF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B9713E-9F53-4A50-BDAA-CEB2A263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1EEC26-B6B4-07FC-A65F-8CFB7E39B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4416305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6880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09160BA4-7E87-F90B-CF12-4DD8EAABE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44" r="2" b="2"/>
          <a:stretch>
            <a:fillRect/>
          </a:stretch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8EF56D-8C50-0A84-D225-9E4EC7191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400" b="1" u="sng">
                <a:solidFill>
                  <a:schemeClr val="bg1"/>
                </a:solidFill>
              </a:rPr>
              <a:t>Example 1</a:t>
            </a:r>
            <a:br>
              <a:rPr lang="en-US" sz="2400">
                <a:solidFill>
                  <a:schemeClr val="bg1"/>
                </a:solidFill>
              </a:rPr>
            </a:b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E620E-680A-4C13-1FE6-E2D9C9768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941" y="293915"/>
            <a:ext cx="4804931" cy="640080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ATM Machine</a:t>
            </a:r>
            <a:endParaRPr lang="en-US" sz="2400" dirty="0"/>
          </a:p>
          <a:p>
            <a:pPr lvl="0">
              <a:lnSpc>
                <a:spcPct val="150000"/>
              </a:lnSpc>
            </a:pPr>
            <a:r>
              <a:rPr lang="en-US" sz="2400" dirty="0"/>
              <a:t>Input → Insert ATM card and PIN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Processing → Bank verifies account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Output → Cash and receipt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275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F922-F033-D497-B8B0-11B5BFC9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787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 b="1" u="sng"/>
              <a:t>Example 2</a:t>
            </a:r>
            <a:br>
              <a:rPr lang="en-US"/>
            </a:b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7506BE-4F6E-470F-B163-72761ED59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760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23DA06-F0E9-407E-8DD6-8E2591F8D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1854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Calculator">
            <a:extLst>
              <a:ext uri="{FF2B5EF4-FFF2-40B4-BE49-F238E27FC236}">
                <a16:creationId xmlns:a16="http://schemas.microsoft.com/office/drawing/2014/main" id="{A8E6E6DB-1632-BF2E-1C8B-12B2022C0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5404" y="1293275"/>
            <a:ext cx="4279392" cy="42793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AF239-BBF7-BA10-4354-498194D37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359" y="2638043"/>
            <a:ext cx="4492932" cy="3784527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2400" b="1" dirty="0"/>
              <a:t>Calculating Average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Input → Enter Student Marks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Processing → Computer calculates average 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Output → Display Results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785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4B53BE1-D2E2-4E46-987E-211A9D500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B7306-C6D6-5DF8-C77E-F11FB7B8C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30227"/>
            <a:ext cx="3401568" cy="1495794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Why Do We Need Computers?</a:t>
            </a:r>
            <a:endParaRPr lang="en-US" sz="2600">
              <a:solidFill>
                <a:srgbClr val="FFFFFF"/>
              </a:solidFill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FB9713E-9F53-4A50-BDAA-CEB2A263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737449-AE97-06D4-CC18-FB555B3807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8979297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360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D8B38E8-BEB4-0F48-39E1-92EB31A712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1" r="31293" b="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9C60-5458-374F-B32D-9449929D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672" y="979714"/>
            <a:ext cx="4486656" cy="49162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Now computers help us: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Store huge amounts of data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Perform calculations in seconds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Communicate globally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Conduct scientific research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Analyze environmental changes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Predict disasters</a:t>
            </a:r>
          </a:p>
          <a:p>
            <a:pPr lvl="0"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2882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B53BE1-D2E2-4E46-987E-211A9D500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FF584-C9BB-D5F1-135C-B47BAD13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30227"/>
            <a:ext cx="3401568" cy="1495794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3. Characteristics of Computers</a:t>
            </a:r>
            <a:br>
              <a:rPr lang="en-US" sz="2000">
                <a:solidFill>
                  <a:srgbClr val="FFFFFF"/>
                </a:solidFill>
              </a:rPr>
            </a:br>
            <a:endParaRPr lang="en-US" sz="2000">
              <a:solidFill>
                <a:srgbClr val="FFFFFF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B9713E-9F53-4A50-BDAA-CEB2A263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85E56C-3F73-A6FA-4E8E-B8CBF6E661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888152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9755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ater droplet on a petal">
            <a:extLst>
              <a:ext uri="{FF2B5EF4-FFF2-40B4-BE49-F238E27FC236}">
                <a16:creationId xmlns:a16="http://schemas.microsoft.com/office/drawing/2014/main" id="{4AD6F06C-B743-D56C-94F8-7CEE2B2B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15" r="2186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4AC10-9034-60A8-A4CA-9AADB380D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286" y="1077686"/>
            <a:ext cx="5128042" cy="481825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a) Speed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Computers perform millions of calculations within seconds.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Weather forecasting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Chemical calculations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423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FA72-59B3-DAC7-73B1-CB68931B8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4" y="1349829"/>
            <a:ext cx="9124860" cy="426001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04040"/>
                </a:solidFill>
              </a:rPr>
              <a:t>b) Accuracy</a:t>
            </a:r>
            <a:endParaRPr lang="en-US" sz="2400" dirty="0">
              <a:solidFill>
                <a:srgbClr val="40404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Computers produce highly accurate results if instructions are correct.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404040"/>
                </a:solidFill>
              </a:rPr>
              <a:t>Laboratory calculations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404040"/>
                </a:solidFill>
              </a:rPr>
              <a:t>Scientific simulations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Errors in computer data processing is mostly human factor. </a:t>
            </a:r>
          </a:p>
          <a:p>
            <a:pPr lvl="0">
              <a:lnSpc>
                <a:spcPct val="150000"/>
              </a:lnSpc>
            </a:pPr>
            <a:endParaRPr lang="en-US" sz="2400" dirty="0">
              <a:solidFill>
                <a:srgbClr val="404040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4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82A85C06-638C-FEE6-702F-41D51466D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13" r="23744" b="-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E669D-3CFD-9753-A37E-31BAE63DC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057" y="881743"/>
            <a:ext cx="5106271" cy="50142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c) Storage Capacity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Computers can store huge amounts of data.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Student records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NADRA records</a:t>
            </a:r>
          </a:p>
          <a:p>
            <a:pPr lvl="0"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12957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D26AB93E-0B0E-CF23-0731-C71B382ECA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02" r="14981" b="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676AE-2FDB-F31E-C166-36F7382D7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486" y="653143"/>
            <a:ext cx="5051842" cy="52428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d) Automation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Computers can work automatically once instructions are given.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Phone Alarm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AI chatbots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Tesla Car</a:t>
            </a:r>
          </a:p>
          <a:p>
            <a:pPr lvl="0"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6920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 view of an airplane">
            <a:extLst>
              <a:ext uri="{FF2B5EF4-FFF2-40B4-BE49-F238E27FC236}">
                <a16:creationId xmlns:a16="http://schemas.microsoft.com/office/drawing/2014/main" id="{2678B227-69C6-3B5C-2CB5-109828B4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08" r="33260" b="-1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D45B0-FFAB-0EFE-4E70-A73BC51B2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1110343"/>
            <a:ext cx="5925310" cy="47856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e) Reliability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Computers produce consistent and accurate results every time for the same set of input data.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ATM cash withdrawal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Airplane Auto-Pilot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8818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37AC38-9CA9-4CCE-9FCE-5D21C7170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9085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2058F-D430-4F2D-9968-32EFF3E38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966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74A6E-B865-4216-8DCC-44D0B5C33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ownload">
            <a:extLst>
              <a:ext uri="{FF2B5EF4-FFF2-40B4-BE49-F238E27FC236}">
                <a16:creationId xmlns:a16="http://schemas.microsoft.com/office/drawing/2014/main" id="{9EE8B754-FFCD-D909-9362-D557905C2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8626" y="1190881"/>
            <a:ext cx="4159568" cy="41595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3CD1-A3CD-8E96-2173-13E308BB3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057" y="640081"/>
            <a:ext cx="5118592" cy="526117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f) Multitasking</a:t>
            </a:r>
            <a:endParaRPr lang="en-US" sz="2400" dirty="0">
              <a:solidFill>
                <a:srgbClr val="FFFFFF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A computer can perform multiple tasks simultaneously.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Playing video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Downloading files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Running software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307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82CB-8DF5-AEB8-569B-2E07E8754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g) Versatility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Computers can be programmed and applied for different purposes. People can use computers for different applications.</a:t>
            </a:r>
          </a:p>
          <a:p>
            <a:pPr marL="228600" marR="0" lvl="0" indent="-22860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Gill Sans MT" panose="020B0502020104020203"/>
              </a:rPr>
              <a:t>Hospital</a:t>
            </a:r>
          </a:p>
          <a:p>
            <a:pPr marL="228600" marR="0" lvl="0" indent="-22860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Bank</a:t>
            </a:r>
          </a:p>
          <a:p>
            <a:pPr marL="228600" marR="0" lvl="0" indent="-22860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Gill Sans MT" panose="020B0502020104020203"/>
              </a:rPr>
              <a:t>Educational Organization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324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B53BE1-D2E2-4E46-987E-211A9D500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2748F-22A7-DBE1-BABD-9085B1441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30227"/>
            <a:ext cx="3401568" cy="1495794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4. Basic Components of a Computer System</a:t>
            </a:r>
            <a:br>
              <a:rPr lang="en-US" sz="2000">
                <a:solidFill>
                  <a:srgbClr val="FFFFFF"/>
                </a:solidFill>
              </a:rPr>
            </a:br>
            <a:endParaRPr lang="en-US" sz="2000">
              <a:solidFill>
                <a:srgbClr val="FFFFFF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B9713E-9F53-4A50-BDAA-CEB2A263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4F5035-C5D1-0305-B3D9-18EA8AFB7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864624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4320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37AC38-9CA9-4CCE-9FCE-5D21C7170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9085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2058F-D430-4F2D-9968-32EFF3E38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966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74A6E-B865-4216-8DCC-44D0B5C33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7F8C73A7-789A-4BA2-27DA-C13706F8A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8626" y="1190881"/>
            <a:ext cx="4159568" cy="41595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87EFE-762A-0043-5FD0-906114797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914" y="196645"/>
            <a:ext cx="5682343" cy="63024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a) Hardware: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Hardware refers to the physical parts of a computer that can be seen and touched.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Hardware: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Input Devices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Output Devices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Motherboard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Processing Devices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Storage Devices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538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04377894-92CB-1205-FA05-8C4C771F0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1" r="31293" b="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A3B25-CD0B-FF24-AE36-1C248DC2E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43" y="707571"/>
            <a:ext cx="5095385" cy="518837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Input Devices: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Used to enter data into the computer.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Keyboard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Mouse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Biometric Scanner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dirty="0"/>
              <a:t>Document Scanner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Microphone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1833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AD445B-BCCC-1D5D-455B-6C99A55F6D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3" r="59278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C60F6-604E-F729-213B-265BEAB20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936171"/>
            <a:ext cx="5925310" cy="495977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Output Devices: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Used to display results from the computer.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Monitor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Speaker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Printer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Projector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549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DA447-2A8A-40E7-019A-7DBA4C1B1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019" y="383457"/>
            <a:ext cx="8681884" cy="62139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Motherboard: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Main Printed circuit board of computer.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All components connects here.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Key Components on Motherboard.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CPU Socket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RAM Slots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Expansion slots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BIOS chip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Ports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2970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97552-057C-8909-990E-DEA203538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432620"/>
            <a:ext cx="10461522" cy="593868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Processing Devices: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Hardware that processes data and executes instructions.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CPU (Central Processing Unit)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Brain of Computer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ALU (Arithmetic Logic Unit)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CU (Control Unit)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Registers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GPU (Graphics Processing Unit)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Handles Images, Video, Gaming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4332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4C0B8-3E64-8DAF-867B-484E7AF60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Storage Devices: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Used to store information.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Examples: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Hard Disk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SSD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USB Drive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693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45A7976-310A-1BBB-00FD-F19F0F7CD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" r="40265" b="-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27971-918E-6AAE-C2C8-998D928E9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672" y="272143"/>
            <a:ext cx="4486656" cy="56238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b) Software: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Software refers to the set of programs and instructions that tell the computer what to do.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Two Types of software.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System Software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Application Software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4244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 abstract design with lines and financial symbols">
            <a:extLst>
              <a:ext uri="{FF2B5EF4-FFF2-40B4-BE49-F238E27FC236}">
                <a16:creationId xmlns:a16="http://schemas.microsoft.com/office/drawing/2014/main" id="{A791D1E8-DAE0-F59F-5BAD-EB3672776B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74" r="27866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F76EF-9669-805C-EF9A-C0F89B55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903514"/>
            <a:ext cx="5925310" cy="49924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System Software: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Controls and manages the computer system.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Windows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Linux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Android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1868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2A43B547-CEF4-B5C7-440B-F5E035E54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" r="40265" b="-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C1C1-2020-7C0A-CB6F-778979896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490" y="88490"/>
            <a:ext cx="6007510" cy="676951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Application Software: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Used for specific tasks.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MS Word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Excel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Browser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Gaming App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Two Types of Application Software: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General Purpose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Specific Purpose</a:t>
            </a:r>
          </a:p>
          <a:p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86721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E08FC-931E-AD51-713D-78E6C93D5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820" y="946356"/>
            <a:ext cx="6794089" cy="496528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General Purpose S/w: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is used by everyone.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MS Word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Google Chrome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VLC Player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4844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A9F3E-930A-0825-F552-18C8E294C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536" y="868237"/>
            <a:ext cx="8358206" cy="425436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/>
              <a:t>Specific Purpose S/w:</a:t>
            </a:r>
            <a:endParaRPr lang="en-US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Program designed for particular field/job.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AUTOCAD for Engineering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KOHA for Libraries.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37760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6C709D64-1694-2DA9-F292-798D12D5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04" r="25565" b="-1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CD928-811A-D3A5-A0C9-335813BAC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544285"/>
            <a:ext cx="5925310" cy="58958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c) Data: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Data refers to raw facts and figures entered into the computer for processing.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Data itself may not have meaning until processed.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Examples of Data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Student names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Marks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Temperature readings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29606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B2D6-D735-FFF7-BC1E-3C72BDB4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d) Users: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Users are the people who operate and use computers.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Without users: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Computers would have no purpose.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533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scalators">
            <a:extLst>
              <a:ext uri="{FF2B5EF4-FFF2-40B4-BE49-F238E27FC236}">
                <a16:creationId xmlns:a16="http://schemas.microsoft.com/office/drawing/2014/main" id="{549FAD20-4A52-5C63-C087-98DC09D5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36" r="17872" b="-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7FF77-90A8-AD5E-2AAA-CD72666BF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652" y="314632"/>
            <a:ext cx="5722374" cy="574203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e) Procedures: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Procedures are the rules, steps, or instructions that users follow while operating a computer system.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Examples of Procedures: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Steps to log into a university portal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Procedure for withdrawing money from an ATM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24460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B53BE1-D2E2-4E46-987E-211A9D500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61235-885C-5F92-0B67-7F94C4B5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30227"/>
            <a:ext cx="3401568" cy="1495794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rgbClr val="FFFFFF"/>
                </a:solidFill>
              </a:rPr>
              <a:t>5. Types of Computers</a:t>
            </a:r>
            <a:br>
              <a:rPr lang="en-US" sz="2600" dirty="0">
                <a:solidFill>
                  <a:srgbClr val="FFFFFF"/>
                </a:solidFill>
              </a:rPr>
            </a:br>
            <a:endParaRPr lang="en-US" sz="2600" dirty="0">
              <a:solidFill>
                <a:srgbClr val="FFFFFF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B9713E-9F53-4A50-BDAA-CEB2A263B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F21F8F-24DE-6894-3F12-6D7CDFF7A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377225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140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BA96A0-3FB6-3641-1892-969289D03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1" r="56479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1332E-487C-31FF-BF27-39A1DB8BA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816429"/>
            <a:ext cx="5925310" cy="507951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a) Supercomputers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2400" dirty="0"/>
              <a:t>Fastest and most powerful computers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Used for scientific research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Weather forecasting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Space research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Disaster prediction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lv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4657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0725FD70-994A-D6A1-01E0-4240BEB91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83" r="40494" b="-446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22156-393E-45E5-AFD6-035543297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1" y="903514"/>
            <a:ext cx="4964757" cy="49924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b) Mainframe Computers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Large computers handling massive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Uses: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Banks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Airlines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Government organizations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40345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ld computer monitors">
            <a:extLst>
              <a:ext uri="{FF2B5EF4-FFF2-40B4-BE49-F238E27FC236}">
                <a16:creationId xmlns:a16="http://schemas.microsoft.com/office/drawing/2014/main" id="{C868E001-70DC-AC91-D7B3-0EF5A9B33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60" r="24063" b="-1"/>
          <a:stretch>
            <a:fillRect/>
          </a:stretch>
        </p:blipFill>
        <p:spPr>
          <a:xfrm>
            <a:off x="20" y="10"/>
            <a:ext cx="608662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404B9-988A-8C32-55FB-222654160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672" y="957943"/>
            <a:ext cx="4486656" cy="49380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c) Minicomputers</a:t>
            </a:r>
            <a:endParaRPr lang="en-US" sz="2400" dirty="0"/>
          </a:p>
          <a:p>
            <a:pPr marL="0" lvl="0" indent="0">
              <a:lnSpc>
                <a:spcPct val="150000"/>
              </a:lnSpc>
              <a:buNone/>
            </a:pPr>
            <a:r>
              <a:rPr lang="en-US" sz="2400" dirty="0"/>
              <a:t>Medium-sized computers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2400" dirty="0"/>
              <a:t>Uses: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 In organizations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Hospital Systems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61145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37AC38-9CA9-4CCE-9FCE-5D21C7170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9085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2058F-D430-4F2D-9968-32EFF3E38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966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74A6E-B865-4216-8DCC-44D0B5C33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41454537-51FF-8BC1-6215-3C9DA5572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8626" y="1190881"/>
            <a:ext cx="4159568" cy="41595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863BD-FDC7-E38E-2279-61EC68BD4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3757" y="489857"/>
            <a:ext cx="4475892" cy="541139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d) Microcomputers (Personal Computers)</a:t>
            </a:r>
            <a:endParaRPr lang="en-US" sz="2400" dirty="0">
              <a:solidFill>
                <a:srgbClr val="FFFFFF"/>
              </a:solidFill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Most common computers.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Examples: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Desktop computers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Laptops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</a:rPr>
              <a:t>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42097291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9CBB69-9CD1-67B1-9475-9291C20C7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055" y="2055187"/>
            <a:ext cx="1718968" cy="537702"/>
          </a:xfrm>
        </p:spPr>
        <p:txBody>
          <a:bodyPr>
            <a:normAutofit/>
          </a:bodyPr>
          <a:lstStyle/>
          <a:p>
            <a:r>
              <a:rPr lang="en-US" sz="2400" dirty="0"/>
              <a:t>Super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9FE03-D7A9-53BD-AE43-F67346CEE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507" y="2699438"/>
            <a:ext cx="2555945" cy="3442673"/>
          </a:xfrm>
        </p:spPr>
        <p:txBody>
          <a:bodyPr>
            <a:normAutofit/>
          </a:bodyPr>
          <a:lstStyle/>
          <a:p>
            <a:r>
              <a:rPr lang="en-US" sz="2400" dirty="0"/>
              <a:t>Fastest</a:t>
            </a:r>
          </a:p>
          <a:p>
            <a:r>
              <a:rPr lang="en-US" sz="2400" dirty="0"/>
              <a:t>Largest</a:t>
            </a:r>
          </a:p>
          <a:p>
            <a:r>
              <a:rPr lang="en-US" sz="2400" dirty="0"/>
              <a:t>Most Expensive</a:t>
            </a:r>
          </a:p>
          <a:p>
            <a:r>
              <a:rPr lang="en-US" sz="2400" dirty="0"/>
              <a:t>Scientific Research</a:t>
            </a:r>
          </a:p>
          <a:p>
            <a:r>
              <a:rPr lang="en-US" sz="2400" dirty="0"/>
              <a:t>E.g. El Capiton, </a:t>
            </a:r>
            <a:r>
              <a:rPr lang="en-US" sz="2400" dirty="0" err="1"/>
              <a:t>Fugaku</a:t>
            </a:r>
            <a:r>
              <a:rPr lang="en-US" sz="2400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639C6-2D77-8B7A-C047-F3A1F49F3C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72703" y="2091689"/>
            <a:ext cx="2113929" cy="537702"/>
          </a:xfrm>
        </p:spPr>
        <p:txBody>
          <a:bodyPr>
            <a:noAutofit/>
          </a:bodyPr>
          <a:lstStyle/>
          <a:p>
            <a:r>
              <a:rPr lang="en-US" sz="2400" dirty="0"/>
              <a:t>Mainframe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9E1866-3BD8-1892-66C9-5B93F3242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023" y="453415"/>
            <a:ext cx="7729728" cy="1188720"/>
          </a:xfrm>
        </p:spPr>
        <p:txBody>
          <a:bodyPr/>
          <a:lstStyle/>
          <a:p>
            <a:r>
              <a:rPr lang="en-US" b="1" dirty="0"/>
              <a:t>Key Differences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9AE46B3-B02C-BB33-F142-CAF86185C1EB}"/>
              </a:ext>
            </a:extLst>
          </p:cNvPr>
          <p:cNvSpPr txBox="1">
            <a:spLocks/>
          </p:cNvSpPr>
          <p:nvPr/>
        </p:nvSpPr>
        <p:spPr>
          <a:xfrm>
            <a:off x="8937528" y="2212903"/>
            <a:ext cx="1279423" cy="416488"/>
          </a:xfrm>
          <a:prstGeom prst="rect">
            <a:avLst/>
          </a:prstGeom>
        </p:spPr>
        <p:txBody>
          <a:bodyPr vert="horz" lIns="91440" tIns="45720" rIns="91440" bIns="45720" rtlCol="0" anchor="b" anchorCtr="1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900" b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9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Micro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D29B8E4-C2AE-D4FF-2223-C838075A6E7E}"/>
              </a:ext>
            </a:extLst>
          </p:cNvPr>
          <p:cNvSpPr txBox="1">
            <a:spLocks/>
          </p:cNvSpPr>
          <p:nvPr/>
        </p:nvSpPr>
        <p:spPr>
          <a:xfrm>
            <a:off x="5970862" y="2131417"/>
            <a:ext cx="1813609" cy="504979"/>
          </a:xfrm>
          <a:prstGeom prst="rect">
            <a:avLst/>
          </a:prstGeom>
        </p:spPr>
        <p:txBody>
          <a:bodyPr vert="horz" lIns="91440" tIns="45720" rIns="91440" bIns="45720" rtlCol="0" anchor="b" anchorCtr="1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900" b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9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Mini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DB70537-9CA3-5483-0C16-4EE41689916C}"/>
              </a:ext>
            </a:extLst>
          </p:cNvPr>
          <p:cNvSpPr txBox="1">
            <a:spLocks/>
          </p:cNvSpPr>
          <p:nvPr/>
        </p:nvSpPr>
        <p:spPr>
          <a:xfrm>
            <a:off x="2915711" y="2732040"/>
            <a:ext cx="2555945" cy="3410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Fast</a:t>
            </a:r>
          </a:p>
          <a:p>
            <a:r>
              <a:rPr lang="en-US" sz="2400" dirty="0"/>
              <a:t>Large in size</a:t>
            </a:r>
          </a:p>
          <a:p>
            <a:r>
              <a:rPr lang="en-US" sz="2400" dirty="0"/>
              <a:t>Expensive</a:t>
            </a:r>
          </a:p>
          <a:p>
            <a:r>
              <a:rPr lang="en-US" sz="2400" dirty="0"/>
              <a:t>Large Org Data</a:t>
            </a:r>
          </a:p>
          <a:p>
            <a:r>
              <a:rPr lang="en-US" sz="2400" dirty="0"/>
              <a:t>E.g. IBM z15, IBM z16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749239-1797-2730-F2DA-74CA9C3A9A9A}"/>
              </a:ext>
            </a:extLst>
          </p:cNvPr>
          <p:cNvSpPr txBox="1">
            <a:spLocks/>
          </p:cNvSpPr>
          <p:nvPr/>
        </p:nvSpPr>
        <p:spPr>
          <a:xfrm>
            <a:off x="5575330" y="2720177"/>
            <a:ext cx="2782087" cy="3398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Faster than Micro</a:t>
            </a:r>
          </a:p>
          <a:p>
            <a:r>
              <a:rPr lang="en-US" sz="2400" dirty="0"/>
              <a:t>Smaller than Mainframe</a:t>
            </a:r>
          </a:p>
          <a:p>
            <a:r>
              <a:rPr lang="en-US" sz="2400" dirty="0"/>
              <a:t>Cheaper than Mainframe</a:t>
            </a:r>
          </a:p>
          <a:p>
            <a:r>
              <a:rPr lang="en-US" sz="2400" dirty="0"/>
              <a:t>Small Business/Lab</a:t>
            </a:r>
          </a:p>
          <a:p>
            <a:r>
              <a:rPr lang="en-US" sz="2400" dirty="0"/>
              <a:t>E.g. PDP-11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BACC378-331F-EE02-9022-629E973C1CB0}"/>
              </a:ext>
            </a:extLst>
          </p:cNvPr>
          <p:cNvSpPr txBox="1">
            <a:spLocks/>
          </p:cNvSpPr>
          <p:nvPr/>
        </p:nvSpPr>
        <p:spPr>
          <a:xfrm>
            <a:off x="8937528" y="2732040"/>
            <a:ext cx="2555945" cy="3410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Slowest</a:t>
            </a:r>
          </a:p>
          <a:p>
            <a:r>
              <a:rPr lang="en-US" sz="2400" dirty="0"/>
              <a:t>Smallest</a:t>
            </a:r>
          </a:p>
          <a:p>
            <a:r>
              <a:rPr lang="en-US" sz="2400" dirty="0"/>
              <a:t>Cheapest</a:t>
            </a:r>
          </a:p>
          <a:p>
            <a:r>
              <a:rPr lang="en-US" sz="2400" dirty="0"/>
              <a:t>Personal Work</a:t>
            </a:r>
          </a:p>
          <a:p>
            <a:r>
              <a:rPr lang="en-US" sz="2400" dirty="0"/>
              <a:t>E.g. Dell,  Android Phone</a:t>
            </a:r>
          </a:p>
        </p:txBody>
      </p:sp>
    </p:spTree>
    <p:extLst>
      <p:ext uri="{BB962C8B-B14F-4D97-AF65-F5344CB8AC3E}">
        <p14:creationId xmlns:p14="http://schemas.microsoft.com/office/powerpoint/2010/main" val="1861007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4035AB-4FCC-433C-A7B2-8C850484C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F67B8-0936-46F0-8111-1F45B579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A2F57-206D-9BB1-8113-B955F902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0" y="1545771"/>
            <a:ext cx="4397829" cy="2631126"/>
          </a:xfrm>
          <a:noFill/>
          <a:ln>
            <a:solidFill>
              <a:srgbClr val="FFFFFF"/>
            </a:solidFill>
          </a:ln>
        </p:spPr>
        <p:txBody>
          <a:bodyPr wrap="square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6. Advantages of Computers</a:t>
            </a:r>
            <a:br>
              <a:rPr lang="en-US" sz="2400" dirty="0">
                <a:solidFill>
                  <a:srgbClr val="FFFFFF"/>
                </a:solidFill>
              </a:rPr>
            </a:br>
            <a:br>
              <a:rPr lang="en-US" sz="2400" dirty="0">
                <a:solidFill>
                  <a:srgbClr val="FFFFFF"/>
                </a:solidFill>
              </a:rPr>
            </a:br>
            <a:endParaRPr lang="en-US" sz="24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1BEFD2-556B-6EC4-CD04-20FEC9A890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986248"/>
              </p:ext>
            </p:extLst>
          </p:nvPr>
        </p:nvGraphicFramePr>
        <p:xfrm>
          <a:off x="920750" y="965200"/>
          <a:ext cx="5651500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8655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660A-456B-AD4E-295B-C16655FC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533400"/>
            <a:ext cx="5925310" cy="1620367"/>
          </a:xfrm>
        </p:spPr>
        <p:txBody>
          <a:bodyPr>
            <a:noAutofit/>
          </a:bodyPr>
          <a:lstStyle/>
          <a:p>
            <a:r>
              <a:rPr lang="en-US" sz="2400" b="1" dirty="0"/>
              <a:t>7. Disadvantages of Computers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82E76-E858-718E-91F7-3AFFB1F44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27" r="31073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F7A8-B16C-15BA-03C6-2D48C45EA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5925310" cy="3255252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400" dirty="0"/>
              <a:t>Security risks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Cybercrime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Health issues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9166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6884-9FC7-1210-959B-35440AA2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Homework!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91D89-1EBB-12EF-8D34-D040E67AA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Applications of Computers in…………………!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43503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384</TotalTime>
  <Words>949</Words>
  <Application>Microsoft Office PowerPoint</Application>
  <PresentationFormat>Widescreen</PresentationFormat>
  <Paragraphs>263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Algerian</vt:lpstr>
      <vt:lpstr>Aptos</vt:lpstr>
      <vt:lpstr>Arial</vt:lpstr>
      <vt:lpstr>Gill Sans MT</vt:lpstr>
      <vt:lpstr>Wingdings</vt:lpstr>
      <vt:lpstr>Parcel</vt:lpstr>
      <vt:lpstr>Introduction to Computer System</vt:lpstr>
      <vt:lpstr>What is a Computer? </vt:lpstr>
      <vt:lpstr>Cont. </vt:lpstr>
      <vt:lpstr>5. Input → Process → Output Cycle </vt:lpstr>
      <vt:lpstr>Example 1 </vt:lpstr>
      <vt:lpstr>Example 2 </vt:lpstr>
      <vt:lpstr>Why Do We Need Computers?</vt:lpstr>
      <vt:lpstr>PowerPoint Presentation</vt:lpstr>
      <vt:lpstr>3. Characteristics of Computers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Basic Components of a Computer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Types of Computers </vt:lpstr>
      <vt:lpstr>PowerPoint Presentation</vt:lpstr>
      <vt:lpstr>PowerPoint Presentation</vt:lpstr>
      <vt:lpstr>PowerPoint Presentation</vt:lpstr>
      <vt:lpstr>PowerPoint Presentation</vt:lpstr>
      <vt:lpstr>Key Differences</vt:lpstr>
      <vt:lpstr>6. Advantages of Computers  </vt:lpstr>
      <vt:lpstr>7. Disadvantages of Computers  </vt:lpstr>
      <vt:lpstr>Homework!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Moin Khan Kakar</dc:creator>
  <cp:lastModifiedBy>Moin Khan Kakar</cp:lastModifiedBy>
  <cp:revision>19</cp:revision>
  <dcterms:created xsi:type="dcterms:W3CDTF">2026-04-26T18:33:12Z</dcterms:created>
  <dcterms:modified xsi:type="dcterms:W3CDTF">2026-05-02T17:26:07Z</dcterms:modified>
</cp:coreProperties>
</file>